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6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9" d="100"/>
          <a:sy n="59" d="100"/>
        </p:scale>
        <p:origin x="1152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43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4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9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9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07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9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2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8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74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0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89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08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1AEB8A9-B768-4E30-BA55-D919E6687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39" y="640080"/>
            <a:ext cx="3429855" cy="5613236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JavaScript Project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998" y="2659390"/>
            <a:ext cx="7172138" cy="3745107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defRPr sz="1800"/>
            </a:pPr>
            <a:r>
              <a:rPr lang="en-US" dirty="0"/>
              <a:t>Project Title: [</a:t>
            </a:r>
            <a:r>
              <a:rPr lang="en-IN" dirty="0"/>
              <a:t>Personal To-Do List Manager</a:t>
            </a:r>
            <a:r>
              <a:rPr lang="en-US" dirty="0"/>
              <a:t>]</a:t>
            </a:r>
            <a:endParaRPr lang="en-IN" dirty="0"/>
          </a:p>
          <a:p>
            <a:pPr>
              <a:defRPr sz="1800"/>
            </a:pPr>
            <a:r>
              <a:rPr lang="en-US" dirty="0"/>
              <a:t>Course: JavaScript / Web Development Project</a:t>
            </a:r>
            <a:endParaRPr lang="en-IN" dirty="0"/>
          </a:p>
          <a:p>
            <a:pPr>
              <a:defRPr sz="1800"/>
            </a:pPr>
            <a:r>
              <a:rPr lang="en-US" dirty="0"/>
              <a:t>Student Name &amp; Roll No: [Akshitha N &amp; 24BIT005]</a:t>
            </a:r>
            <a:endParaRPr lang="en-IN" dirty="0"/>
          </a:p>
          <a:p>
            <a:pPr>
              <a:defRPr sz="1800"/>
            </a:pPr>
            <a:r>
              <a:rPr lang="en-US" dirty="0"/>
              <a:t>Department: </a:t>
            </a:r>
            <a:r>
              <a:rPr lang="en-IN" dirty="0"/>
              <a:t>Information Technology</a:t>
            </a:r>
          </a:p>
          <a:p>
            <a:pPr>
              <a:defRPr sz="1800"/>
            </a:pPr>
            <a:r>
              <a:rPr lang="en-US" dirty="0"/>
              <a:t>Mentor / Guide: [Name &amp; Designation]</a:t>
            </a:r>
            <a:endParaRPr lang="en-IN" dirty="0"/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xmlns="" id="{23ADDFF5-9C61-0768-8757-801948976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490" y="453503"/>
            <a:ext cx="6843532" cy="16859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BDDD243-ED5F-4896-B18B-ABCF4B7E1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19E6BB3-DF2B-4751-97C5-B3DB949AED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Introduction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A61721DD-D110-44EE-82A7-D56AB687E6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xmlns="" id="{F2717A31-A8B4-E004-6E1B-13ACE572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8E97C05E-0F50-11AB-1435-8CA4CF849F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0460" y="939603"/>
            <a:ext cx="855268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smart and colorful web-based To-Do List web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users add, edit, delete, and track tasks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productivity through features like voice commands and streak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using HTML, CSS, and JavaScript.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BDDD243-ED5F-4896-B18B-ABCF4B7E1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19E6BB3-DF2B-4751-97C5-B3DB949AED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Problem Statement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A61721DD-D110-44EE-82A7-D56AB687E6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xmlns="" id="{D3B1CDE6-5975-DA2B-4C74-820D04215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53348898-E178-DDAD-C3F0-DEF84977F3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0351" y="1270337"/>
            <a:ext cx="79824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often forget or skip daily tasks due to poor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lists are boring and not interactive.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to track progress or priorities using paper or static apps.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app solves this with smart reminders, streaks, and AI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BDDD243-ED5F-4896-B18B-ABCF4B7E1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19E6BB3-DF2B-4751-97C5-B3DB949AED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Tools &amp; Technologies Used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xmlns="" id="{8AAB1948-9F76-AEB6-BF18-F06D1BF8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A61721DD-D110-44EE-82A7-D56AB687E6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C0F3BD3C-7A84-88B5-0CF7-83ECF62240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76184" y="1270337"/>
            <a:ext cx="601595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CSS, 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(browser-based)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Editor: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 Studio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Google Chrome </a:t>
            </a:r>
            <a:r>
              <a:rPr lang="en-US" altLang="en-US" sz="1800" dirty="0" smtClean="0">
                <a:latin typeface="Arial" panose="020B0604020202020204" pitchFamily="34" charset="0"/>
              </a:rPr>
              <a:t>,Edge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BDDD243-ED5F-4896-B18B-ABCF4B7E1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19E6BB3-DF2B-4751-97C5-B3DB949AED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System Design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A61721DD-D110-44EE-82A7-D56AB687E6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xmlns="" id="{4B761666-8107-5DDD-BD08-D4D2F9038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31" name="AutoShape 2" descr="data:image/png;base64,iVBORw0KGgoAAAANSUhEUgAABGgAAAzwCAYAAACbUDh5AAAUrXRFWHRteGZpbGUAJTNDbXhHcmFwaE1vZGVsJTIwZHglM0QlMjI4NzIlMjIlMjBkeSUzRCUyMjQ2NSUyMiUyMGdyaWQlM0QlMjIxJTIyJTIwZ3JpZFNpemUlM0QlMjIxMCUyMiUyMGd1aWRlcyUzRCUyMjElMjIlMjB0b29sdGlwcyUzRCUyMjElMjIlMjBjb25uZWN0JTNEJTIyMSUyMiUyMGFycm93cyUzRCUyMjElMjIlMjBmb2xkJTNEJTIyMSUyMiUyMHBhZ2UlM0QlMjIxJTIyJTIwcGFnZVNjYWxlJTNEJTIyMSUyMiUyMHBhZ2VXaWR0aCUzRCUyMjg1MCUyMiUyMHBhZ2VIZWlnaHQlM0QlMjIxMTAwJTIyJTIwbWF0aCUzRCUyMjAlMjIlMjBzaGFkb3clM0QlMjIwJTIyJTNFJTNDcm9vdCUzRSUzQ214Q2VsbCUyMGlkJTNEJTIyMCUyMiUyRiUzRSUzQ214Q2VsbCUyMGlkJTNEJTIyMSUyMiUyMHBhcmVudCUzRCUyMjAlMjIlMkYlM0UlM0NteENlbGwlMjBpZCUzRCUyMjIlMjIlMjB2YWx1ZSUzRCUyMlN0YXJ0JTIwQXBwbGljYXRpb24lMjIlMjBzdHlsZSUzRCUyMndoaXRlU3BhY2UlM0R3cmFwJTNCc3Ryb2tlV2lkdGglM0QyJTNCJTIyJTIwcGFyZW50JTNEJTIyMSUyMiUyMHZlcnRleCUzRCUyMjElMjIlM0UlM0NteEdlb21ldHJ5JTIweCUzRCUyMjQ4JTIyJTIweSUzRCUyMjglMjIlMjB3aWR0aCUzRCUyMjE4MCUyMiUyMGhlaWdodCUzRCUyMjU0JTIyJTIwYXMlM0QlMjJnZW9tZXRyeSUyMiUyRiUzRSUzQyUyRm14Q2VsbCUzRSUzQ214Q2VsbCUyMGlkJTNEJTIyMyUyMiUyMHZhbHVlJTNEJTIyRGFzaGJvYXJkJTIyJTIwc3R5bGUlM0QlMjJ3aGl0ZVNwYWNlJTNEd3JhcCUzQnN0cm9rZVdpZHRoJTNEMiUzQiUyMiUyMHBhcmVudCUzRCUyMjElMjIlMjB2ZXJ0ZXglM0QlMjIxJTIyJTNFJTNDbXhHZW9tZXRyeSUyMHglM0QlMjI3MSUyMiUyMHklM0QlMjIxMTIlMjIlMjB3aWR0aCUzRCUyMjEzNCUyMiUyMGhlaWdodCUzRCUyMjU0JTIyJTIwYXMlM0QlMjJnZW9tZXRyeSUyMiUyRiUzRSUzQyUyRm14Q2VsbCUzRSUzQ214Q2VsbCUyMGlkJTNEJTIyNCUyMiUyMHZhbHVlJTNEJTIyVGFzayUyME1hbmFnZW1lbnQlMjIlMjBzdHlsZSUzRCUyMndoaXRlU3BhY2UlM0R3cmFwJTNCc3Ryb2tlV2lkdGglM0QyJTNCJTIyJTIwcGFyZW50JTNEJTIyMSUyMiUyMHZlcnRleCUzRCUyMjElMjIlM0UlM0NteEdlb21ldHJ5JTIweCUzRCUyMjQ1JTIyJTIweSUzRCUyMjIxNiUyMiUyMHdpZHRoJTNEJTIyMTg2JTIyJTIwaGVpZ2h0JTNEJTIyNTQlMjIlMjBhcyUzRCUyMmdlb21ldHJ5JTIyJTJGJTNFJTNDJTJGbXhDZWxsJTNFJTNDbXhDZWxsJTIwaWQlM0QlMjI1JTIyJTIwdmFsdWUlM0QlMjJDYXRlZ29yeSUyMFBsYW5uZXIlMjIlMjBzdHlsZSUzRCUyMndoaXRlU3BhY2UlM0R3cmFwJTNCc3Ryb2tlV2lkdGglM0QyJTNCJTIyJTIwcGFyZW50JTNEJTIyMSUyMiUyMHZlcnRleCUzRCUyMjElMjIlM0UlM0NteEdlb21ldHJ5JTIweCUzRCUyMjQ2JTIyJTIweSUzRCUyMjMyMCUyMiUyMHdpZHRoJTNEJTIyMTgzJTIyJTIwaGVpZ2h0JTNEJTIyNTQlMjIlMjBhcyUzRCUyMmdlb21ldHJ5JTIyJTJGJTNFJTNDJTJGbXhDZWxsJTNFJTNDbXhDZWxsJTIwaWQlM0QlMjI2JTIyJTIwdmFsdWUlM0QlMjJDYWxlbmRhciUyRlJlbWluZGVyJTIyJTIwc3R5bGUlM0QlMjJ3aGl0ZVNwYWNlJTNEd3JhcCUzQnN0cm9rZVdpZHRoJTNEMiUzQiUyMiUyMHBhcmVudCUzRCUyMjElMjIlMjB2ZXJ0ZXglM0QlMjIxJTIyJTNFJTNDbXhHZW9tZXRyeSUyMHglM0QlMjIzOCUyMiUyMHklM0QlMjI0MjQlMjIlMjB3aWR0aCUzRCUyMjIwMCUyMiUyMGhlaWdodCUzRCUyMjU0JTIyJTIwYXMlM0QlMjJnZW9tZXRyeSUyMiUyRiUzRSUzQyUyRm14Q2VsbCUzRSUzQ214Q2VsbCUyMGlkJTNEJTIyNyUyMiUyMHZhbHVlJTNEJTIyUHJvZ3Jlc3MlMjBUcmFja2VyJTIwJTI2YW1wJTNCJTIwSm91cm5hbCUyME1vZHVsZSUyMiUyMHN0eWxlJTNEJTIyd2hpdGVTcGFjZSUzRHdyYXAlM0JzdHJva2VXaWR0aCUzRDIlM0IlMjIlMjBwYXJlbnQlM0QlMjIxJTIyJTIwdmVydGV4JTNEJTIyMSUyMiUzRSUzQ214R2VvbWV0cnklMjB4JTNEJTIyOCUyMiUyMHklM0QlMjI1MjglMjIlMjB3aWR0aCUzRCUyMjI2MCUyMiUyMGhlaWdodCUzRCUyMjc4JTIyJTIwYXMlM0QlMjJnZW9tZXRyeSUyMiUyRiUzRSUzQyUyRm14Q2VsbCUzRSUzQ214Q2VsbCUyMGlkJTNEJTIyOCUyMiUyMHZhbHVlJTNEJTIyUmVwb3J0JTIwR2VuZXJhdGlvbiUyMiUyMHN0eWxlJTNEJTIyd2hpdGVTcGFjZSUzRHdyYXAlM0JzdHJva2VXaWR0aCUzRDIlM0IlMjIlMjBwYXJlbnQlM0QlMjIxJTIyJTIwdmVydGV4JTNEJTIyMSUyMiUzRSUzQ214R2VvbWV0cnklMjB4JTNEJTIyNDIlMjIlMjB5JTNEJTIyNjU2JTIyJTIwd2lkdGglM0QlMjIxOTIlMjIlMjBoZWlnaHQlM0QlMjI1NCUyMiUyMGFzJTNEJTIyZ2VvbWV0cnklMjIlMkYlM0UlM0MlMkZteENlbGwlM0UlM0NteENlbGwlMjBpZCUzRCUyMjklMjIlMjB2YWx1ZSUzRCUyMkVuZCUyMEFwcCUyMiUyMHN0eWxlJTNEJTIyd2hpdGVTcGFjZSUzRHdyYXAlM0JzdHJva2VXaWR0aCUzRDIlM0IlMjIlMjBwYXJlbnQlM0QlMjIxJTIyJTIwdmVydGV4JTNEJTIyMSUyMiUzRSUzQ214R2VvbWV0cnklMjB4JTNEJTIyNzklMjIlMjB5JTNEJTIyNzYwJTIyJTIwd2lkdGglM0QlMjIxMTclMjIlMjBoZWlnaHQlM0QlMjI1NCUyMiUyMGFzJTNEJTIyZ2VvbWV0cnklMjIlMkYlM0UlM0MlMkZteENlbGwlM0UlM0NteENlbGwlMjBpZCUzRCUyMjEwJTIyJTIwdmFsdWUlM0QlMjIlMjIlMjBzdHlsZSUzRCUyMmN1cnZlZCUzRDElM0JzdGFydEFycm93JTNEbm9uZSUzQmVuZEFycm93JTNEYmxvY2slM0JleGl0WCUzRDAuNSUzQmV4aXRZJTNEMSUzQmVudHJ5WCUzRDAuNSUzQmVudHJ5WSUzRDAlM0IlMjIlMjBwYXJlbnQlM0QlMjIxJTIyJTIwc291cmNlJTNEJTIyMiUyMiUyMHRhcmdldCUzRCUyMjMlMjIlMjBlZGdlJTNEJTIyMSUyMiUzRSUzQ214R2VvbWV0cnklMjByZWxhdGl2ZSUzRCUyMjElMjIlMjBhcyUzRCUyMmdlb21ldHJ5JTIyJTNFJTNDQXJyYXklMjBhcyUzRCUyMnBvaW50cyUyMiUyRiUzRSUzQyUyRm14R2VvbWV0cnklM0UlM0MlMkZteENlbGwlM0UlM0NteENlbGwlMjBpZCUzRCUyMjExJTIyJTIwdmFsdWUlM0QlMjIlMjIlMjBzdHlsZSUzRCUyMmN1cnZlZCUzRDElM0JzdGFydEFycm93JTNEbm9uZSUzQmVuZEFycm93JTNEYmxvY2slM0JleGl0WCUzRDAuNSUzQmV4aXRZJTNEMSUzQmVudHJ5WCUzRDAuNSUzQmVudHJ5WSUzRDAlM0IlMjIlMjBwYXJlbnQlM0QlMjIxJTIyJTIwc291cmNlJTNEJTIyMyUyMiUyMHRhcmdldCUzRCUyMjQlMjIlMjBlZGdlJTNEJTIyMSUyMiUzRSUzQ214R2VvbWV0cnklMjByZWxhdGl2ZSUzRCUyMjElMjIlMjBhcyUzRCUyMmdlb21ldHJ5JTIyJTNFJTNDQXJyYXklMjBhcyUzRCUyMnBvaW50cyUyMiUyRiUzRSUzQyUyRm14R2VvbWV0cnklM0UlM0MlMkZteENlbGwlM0UlM0NteENlbGwlMjBpZCUzRCUyMjEyJTIyJTIwdmFsdWUlM0QlMjIlMjIlMjBzdHlsZSUzRCUyMmN1cnZlZCUzRDElM0JzdGFydEFycm93JTNEbm9uZSUzQmVuZEFycm93JTNEYmxvY2slM0JleGl0WCUzRDAuNSUzQmV4aXRZJTNEMSUzQmVudHJ5WCUzRDAuNSUzQmVudHJ5WSUzRDAlM0IlMjIlMjBwYXJlbnQlM0QlMjIxJTIyJTIwc291cmNlJTNEJTIyNCUyMiUyMHRhcmdldCUzRCUyMjUlMjIlMjBlZGdlJTNEJTIyMSUyMiUzRSUzQ214R2VvbWV0cnklMjByZWxhdGl2ZSUzRCUyMjElMjIlMjBhcyUzRCUyMmdlb21ldHJ5JTIyJTNFJTNDQXJyYXklMjBhcyUzRCUyMnBvaW50cyUyMiUyRiUzRSUzQyUyRm14R2VvbWV0cnklM0UlM0MlMkZteENlbGwlM0UlM0NteENlbGwlMjBpZCUzRCUyMjEzJTIyJTIwdmFsdWUlM0QlMjIlMjIlMjBzdHlsZSUzRCUyMmN1cnZlZCUzRDElM0JzdGFydEFycm93JTNEbm9uZSUzQmVuZEFycm93JTNEYmxvY2slM0JleGl0WCUzRDAuNSUzQmV4aXRZJTNEMSUzQmVudHJ5WCUzRDAuNSUzQmVudHJ5WSUzRDAlM0IlMjIlMjBwYXJlbnQlM0QlMjIxJTIyJTIwc291cmNlJTNEJTIyNSUyMiUyMHRhcmdldCUzRCUyMjYlMjIlMjBlZGdlJTNEJTIyMSUyMiUzRSUzQ214R2VvbWV0cnklMjByZWxhdGl2ZSUzRCUyMjElMjIlMjBhcyUzRCUyMmdlb21ldHJ5JTIyJTNFJTNDQXJyYXklMjBhcyUzRCUyMnBvaW50cyUyMiUyRiUzRSUzQyUyRm14R2VvbWV0cnklM0UlM0MlMkZteENlbGwlM0UlM0NteENlbGwlMjBpZCUzRCUyMjE0JTIyJTIwdmFsdWUlM0QlMjIlMjIlMjBzdHlsZSUzRCUyMmN1cnZlZCUzRDElM0JzdGFydEFycm93JTNEbm9uZSUzQmVuZEFycm93JTNEYmxvY2slM0JleGl0WCUzRDAuNSUzQmV4aXRZJTNEMSUzQmVudHJ5WCUzRDAuNSUzQmVudHJ5WSUzRDAlM0IlMjIlMjBwYXJlbnQlM0QlMjIxJTIyJTIwc291cmNlJTNEJTIyNiUyMiUyMHRhcmdldCUzRCUyMjclMjIlMjBlZGdlJTNEJTIyMSUyMiUzRSUzQ214R2VvbWV0cnklMjByZWxhdGl2ZSUzRCUyMjElMjIlMjBhcyUzRCUyMmdlb21ldHJ5JTIyJTNFJTNDQXJyYXklMjBhcyUzRCUyMnBvaW50cyUyMiUyRiUzRSUzQyUyRm14R2VvbWV0cnklM0UlM0MlMkZteENlbGwlM0UlM0NteENlbGwlMjBpZCUzRCUyMjE1JTIyJTIwdmFsdWUlM0QlMjIlMjIlMjBzdHlsZSUzRCUyMmN1cnZlZCUzRDElM0JzdGFydEFycm93JTNEbm9uZSUzQmVuZEFycm93JTNEYmxvY2slM0JleGl0WCUzRDAuNSUzQmV4aXRZJTNEMSUzQmVudHJ5WCUzRDAuNSUzQmVudHJ5WSUzRDAlM0IlMjIlMjBwYXJlbnQlM0QlMjIxJTIyJTIwc291cmNlJTNEJTIyNyUyMiUyMHRhcmdldCUzRCUyMjglMjIlMjBlZGdlJTNEJTIyMSUyMiUzRSUzQ214R2VvbWV0cnklMjByZWxhdGl2ZSUzRCUyMjElMjIlMjBhcyUzRCUyMmdlb21ldHJ5JTIyJTNFJTNDQXJyYXklMjBhcyUzRCUyMnBvaW50cyUyMiUyRiUzRSUzQyUyRm14R2VvbWV0cnklM0UlM0MlMkZteENlbGwlM0UlM0NteENlbGwlMjBpZCUzRCUyMjE2JTIyJTIwdmFsdWUlM0QlMjIlMjIlMjBzdHlsZSUzRCUyMmN1cnZlZCUzRDElM0JzdGFydEFycm93JTNEbm9uZSUzQmVuZEFycm93JTNEYmxvY2slM0JleGl0WCUzRDAuNSUzQmV4aXRZJTNEMSUzQmVudHJ5WCUzRDAuNSUzQmVudHJ5WSUzRDAlM0IlMjIlMjBwYXJlbnQlM0QlMjIxJTIyJTIwc291cmNlJTNEJTIyOCUyMiUyMHRhcmdldCUzRCUyMjklMjIlMjBlZGdlJTNEJTIyMSUyMiUzRSUzQ214R2VvbWV0cnklMjByZWxhdGl2ZSUzRCUyMjElMjIlMjBhcyUzRCUyMmdlb21ldHJ5JTIyJTNFJTNDQXJyYXklMjBhcyUzRCUyMnBvaW50cyUyMiUyRiUzRSUzQyUyRm14R2VvbWV0cnklM0UlM0MlMkZteENlbGwlM0UlM0MlMkZyb290JTNFJTNDJTJGbXhHcmFwaE1vZGVsJTNFVhNJ8QAAEABJREFUeAHs3Qe8bFV9L/A1mmKXqLEbe8WORlQUjNhLUCzYEY2Y2Avis0bF3gvPgr0XVBSjWEOs2BA1tmcD0aBiF42J7d3fwD7smXvKzJwpu3z53Dmzy9qrfNc+V/f/rrX2GYr/CBAgQIAAAQIECBAgQIAAga4LaF/DBQRoGt5BqkeAAAECBAgQIECAAIF2CKglAQLbERCg2Y6eawkQIECAAAECBAgQWJ6AkggQINBhAQGaDneuphEgQIAAAQIECEwnIDUBAgQIEFiVgADNquSVS4AAAQIECPRRQJsJECBAgAABAusKCNCsy+IgAQIECBBoq4B6EyBAgAABAgQItFFAgKaNvabOBAgQWKWAsgkQIECAAAECBAgQmLuAAM3cSWVIgMB2BVxPgAABAgQIECBAgACBvgkI0PStx7U3Aj4ECBAgQIAAAQIECBAgQKBRAgI0C+kOmRIgQIAAAQIECBAgQIAAAQLdF5hfCwVo5mcpJwIECBAgQIAAAQIECBAgMF8BufVGQICmN12toQQIECBAgAABAgQIENhZwBECBJohIEDTjH5QCwIECBAgQIAAAQJdFdAuAgQIEJhAQIBmAiRJCBAgQIAAAQIEmiygbgQIECBAoP0CAjTt70MtIECAAAECBBYtIH8CBAgQIECAwIIFBGgWDCx7AgQIECAwiYA0BAgQIECAAAEC/RYQoOl3/2s9AQL9EdBSAgQIECBAgAABAgQaLCBA0+DOUTUC7RJQWwIECBAgQIAAAQIECBCYVUCAZlY51y1fQIkECBAgQIAAAQIECBAgQKCjAgI0tY61SYAAAQIECBAgQIAAAQIECHRfoIktFKBpYq+oEwECBAgQIECAAAECBAi0WUDdCUwtIEAzNZkLCBAgQIAAAQIECBAgsGoB5RMg0DUBAZqu9aj2ECBAgAABAgQIEJiHgDwIECBAYKkCAjRL5VYYAQIECBAgQIBAJeCbAAECBAgQOF1AgOZ0C1sECBAgQIBAtwS0hgABAgQIECDQGgEBmtZ0lYoSIECAQPME1IgAAQIECBAgQIDAfAQEaObjKBcCBAgsRkCuBAgQIECAAAECBAj0QkCAphfdrJEENhZwhgABAgQIECBAgAABAgRWLyBAs/o+6HoNtI8AAQIECBAgQIAAAQIECBDYQqADAZotWug0AQIECBAgQIAAAQIECBAg0AGBbjdBgKbb/at1BAgQIECAAAECBAgQIDCpgHQEViggQLNCfEUTIECAAAECBAgQINAvAa0lQIDARgICNBvJOE6AAAECBAgQIECgfQJqTIAAAQItFRCgaWnHqTYBAgQIECBAYDUCSiVAgAABAgQWISBAswhVeRIgQIAAAQKzC7iSAAECBAgQINBDAQGaHna6JhMgQKDvAtpPgAABAgQIECBAoGkCAjRN6xH1IUCgCwLaQIAAAQIECBAgQIAAgakEBGim4pKYQFME1IMAAQIECBAgQIAAAQIEuiQgQNOl3pxnW+RFgAABAgQIECBAgAABAgQILE1gZQGapbVQQQQIECBAgAABAgQIECBAgMDKBBQ8mYAAzWROUvVX4M87mu5TCgMG7gH3gHvAPeAecA+4B9wD87gHdvzf67n/kSGBTggI0HSiGzWCAAECBAgQIECAAIHFCciZAAECixcQoFm8sRIIECBAgAABAgQIbC7gLAECBAj0XkCApve3AAACBAgQIECgDwLaSIAAAQIECDRbQICm2f2jdgQIECBAoC0C6kmAAAECBAgQILANAQGabeC5lAABAgSWKaAsAgQIECBAgAABAt0VEKDpbt9qGQEC0wpIT4AAAQIECBAgQIAAgRUJCNCsCF6x/RTQagIECBAgQIAAAQIECBAgsJ6AAM16Ku09puZLFvjzn/9cfBi4B9wD7gH3gHvAPeAecA+4B069B5b8f8cVR6BTAlMGaDrVdo0hQIAAAQIECBAgQIAAAQIE1hVwcNkCAjTLFlceAQIECBAgQIAAAQIECJTCgACBEQEBmhEOOwQIECBAgAABAgQIdEVAOwgQINAmAQGaNvWWuhIgQIAAAQIECDRJQF0IECBAgMDcBARo5kYpIwIECBAgQIDAvAXkR4AAAQIECPRFQICmLz2tnQQIECBAYD0BxwgQIECAAAECBBohIEDTiG5QCQIECHRXQMsIECBAgAABAgQIENhaQIBmayMpCBBotoDaESBAgAABAgQIECBAoPUCAjSt70INWLyAEggQIECAAAECBAgQIECAwGIFBGgW6ztZ7lIRIECAAAECBAgQIECAAAEC3RfYpIUCNJvgOEWAAAECBAgQIECAAAECBNokoK7tFRCgaW/fqTkBAgQIECBAgAABAgSWLaA8AgQWJCBAsyBY2RIgQIAAAQIECBAgMIuAawgQINBPAQGafva7VhMgQIAAAQIE+iug5QQIECBAoIECAjQN7BRVIkCAAAECBNotoPYECBAgQIAAgWkFBGimFZOeAAECBAisXkANCBAgQIAAAQIEOiYgQNOxDtUcAgQIzEdALgQIECBAgAABAgQILFNAgGaZ2soiQOB0AVsECBAgQIAAAQIECBAgsCYgQLNGYaNrAtpDgAABAgQIECBAgAABAgTaIiBAM3tPuZIAAQIECBAgQIAAAQIECBDovsBSWihAsxRmhRAgQIAAAQIECBAgQIAAgY0EHCdQigCNu4AAAQIECBAgQIAAAQJdF9A+AgQaLyBA0/guUkECBAgQIECAAAECzRdQQwIECBDYnoAAzfb8XE2AAAECBAgQILAcAaUQIECAAIFOCwjQdLp7NY4AAQIECBCYXEBKAgQIECBAgMDqBARoVmevZAIECBDom4D2EiBAgAABAgQIENhAQIBmAxiHCRAg0EYBdSZAgAABAgQIECBAoJ0CAjTt7De1JrAqAeUSIECAAAECBAgQIECAwAIEBGgWgCrL7Qi4lgABAgQIECBAgAABAgQI9E+gfwGa/vWxFhMgQIAAAQIECBAgQIAAgf4JtKzFAjQt6zDVJUCAAAECBAgQIECAAIFmCKgFgXkKCNDMU1NeBAgQIECAAAECBAgQmJ+AnAgQ6JGAAE2POltTCRAgQIAAAQIECIwK2CNAgACBpggI0DSlJ9SDAAECBAgQINBFAW0iQIAAAQIEJhIQoJmISSICBAgQIECgqQLqRYAAAQIECBDogoAATRd6URsIECBAYJEC8iZAgAABAgQIECCwcAEBmoUTK4AAAQJbCThPgAABAgQIECBAgEDfBQRo+n4HaH8/BLSSAAECBAgQIECAAAECBBotIEDT6O5pT+XUlAABAgQIECBAgAABAgQIEJhdoC0Bmtlb6EoCBAgQIECAAAECBAgQIECgLQK9racATW+7XsMJECBAgAABAgQIECDQRwFtJtBMAQGaZvaLWhEgQIAAAQIECBAg0FYB9SZAgMAMAgI0M6C5hAABAgQIECBAgMAqBZRNgAABAt0TEKDpXp9qEQECBAgQIEBguwKuJ0CAAAECBJYsIECzZHDFESBAgAABAhHwIUCAAAECBAgQqAsI0NQ1bBMgQIBAdwS0hAABAgQIECBAgECLBARoWtRZqkqAQLME1IYAAQIECBAgQIAAAQLzEhCgmZekfAjMX0COBAgQIECAAAECBAgQINATAQGannT0+s10lAABAgQIECBAgAABAgQIEGiCwGIDNE1ooToQIECAAAECBAgQIECAAAECixWQ+7YFBGi2TSgDAgQIECBAgAABAgQIEFi0gPwJdF1AgKbrPax9BAgQIECAAAECBAhMIiANAQIEViogQLNSfoUTIECAAAECBAj0R0BLCRAgQIDAxgICNBvbOEOAAAECBAgQaJeA2hIgQIAAAQKtFRCgaW3XqTgBAgQIEFi+gBIJECBAgAABAgQWIyBAsxhXuRIgQIDAbAKuIkCAAAECBAgQINBLAQGaXna7RhPos4C2EyBAgAABAgQIECBAoHkCAjTN6xM1aruA+hMgQIAAAQIECBAgQIAAgSkFBGimBGtCcnUgQIAAAQIECBAgQIAAAQIEuiWwXoCmWy3UGgIECBAgQIAAAQIECBAgQGA9AccaJCBA06DOUBUCBAgQIECAAAECBAh0S0BrCBCYVECAZlIp6QgQIECAAAECBAgQaJ6AGhEgQKAjAgI0HelIzSBAgAABAgQIEFiMgFwJECBAgMAyBARolqGsDAIECBAgQIDAxgLOECBAgAABAgSKAI2bgAABAgQIdF5AAwkQIECAAAECBJouIEDT9B5SPwIECLRBQB0JECBAgAABAgQIENiWgADNtvhcTIDAsgSUQ4AAAQIECBAgQIAAgS4LCNB0uXe1bRoBaQkQIECAAAECBAgQIECAwMoEBGiWRq8gAgQIECBAgAABAgQIECBAoPsCs7VQgGY2N1cRIECAAAECBAgQIECAAIHVCCi1kwICNJ3sVo0iQIAAAQIECBAgQIDA7AKuJEBg+QICNMs3VyIBAgQIECBAgACBvgtoPwECBAiMCQjQjIHYJUCAAAECBAgQ6IKANhAgQIAAgXYJCNC0q7/UlgABAgQIEGiKgHoQIECAAAECBOYoIEAzR0xZESBAgACBeQrIiwABAgQIECBAoD8CAjT96WstJUCAwLiAfQIECBAgQIAAAQIEGiIgQNOQjlANAt0U0CoCBAgQIECAAAECBAgQmERAgGYSJWmaK6BmBAgQIECAAAECBAgQIECgAwICNFt0otMECBAgQIAAAQIECBAgQIBA9wVW3UIBmlX3gPIJECBAgAABAgQIECBAoA8C2khgUwEBmk15nCRAgAABAgQIECBAgEBbBNSTAIE2CwjQtLn31J0AAQIECBAgQIDAMgWURYAAAQILExCgWRitjAkQIECAAAECBKYVkJ4AAQIECPRVQICmrz2v3QQIECBAoJ8CWk2AAAECBAgQaKSAAE0ju0WlCBAg0HyBn/70p+X1r399ud3tblcueMELlsFgMPI573nPW3bffffy+Mc/vnzuc58rv//975vfqLnUsH2Z/Ou//utI3w0Gg3KnO92p/OEPf2hfYxZc45NOOqlc9KIXHfE68sgj1y11PO1Zz3rW8vnPf37dtH0/GMPB4PS/Q/baa69yyimn9J1F+wkQIECgZwICND3rcM0lQKADAituwle/+tVy4xvfuJznPOcpd7vb3crb3/72kgfR8WqdfPLJ5dOf/nR54hOfWK55zWuWc57znOWQQw4pv/rVr8aTTrT/xz/+sbz1rW8tj33sYydK37ZEq2rfj370o/KWt7xlJ66jjjqqfP3rX9/puAMEphH4/ve/Xx784AeXL37xi9NcJi0BAgQIEOilgABNL7tdowlsLuAsgfUE/vu//7scdNBBZddddy0f/OAH10uy6bFcn+DKJS95yeH1f/7znzdNX51MugR6rn3ta5c73vGO5Xvf+151qhPfq27fF77whfKNb3xjJ8tf/OIX5fDDD9/puAMEJhFIIMLdKpoAABAASURBVDbB2Utc4hLlsMMOMxprEjRpCBAgQKD3AgI0vb8FVgKgUAIEWibwm9/8ptznPvcpz3rWs7Zd85/85Cflpje96XA0TIITW2X4whe+cDhV6rOf/exWSVt5fpXtyxSm17zmNaXqh8FgMGKYkTUZYTNy0A6BLQR+/OMfl2tc4xrD6Y2mNm6B5TQBAgQIEKgJdDRAU2uhTQIECBDYlkAe3g899NDhejPjGWXq0ute97py/PHHl4yQSdp8/vSnP5UEYjLS5u53v3s5wxlG/+cm5w844IDymc98ZjzLnfaT704HO3Rgle3LaKSjjz56TXPPPfcse+2119p+pjj9+7//+9q+DQKTCGS63v/8z/9MklQaAgQIECAwB4HuZDH6/5i70y4tIUCAAIE5CWTNmWc+85kjue2yyy4la5Rk6tFd73rXkkVTz3SmM62lGQwG5dznPnfZe++9S0ZoZD2a2972tmvns/Hb3/62HHzwwRYCDcaKPu9973vLD3/4w7XSr3Od6wxHN60d2LHxrne9y/SUHQ6z/LnABS5QTjjhhOEIpQQuMxJtt912myWrzl9zq1vdas0pVgkcnu1sZ+t8uzWQAIGWCKgmgSUJCNAsCVoxBAgQaKvA2972tuFomKr+f/VXf1Xe/e53l5vc5CbDN9lUxzf7Pte5zjUcgbPvvvuOJPvoRz9aPv7xj48cs7McgYzcec973jNS2LWuda1hUO0sZznL2vEE4jKSZu2ADQIECBCYu4AMCRAgEAEBmij4ECBAgMC6AvkX//EAyj/90z+VPfbYY930mx0885nPXJ7whCcM3/5Upcu/lGedk3xXx3wvR+C4444r9elL5z//+csVr3jFctnLXnb41q2qFr/4hcWCKwvfBFosoOoECBAg0AIBAZoWdJIqEiBAYFUCeRPLN7/5zZHi8zalwWB0MdmRBJvs5OE/057qSb71rW+Z5lQHWdJ2Rs/87//+71ppV7/61csFL3jBkmklN7vZzdaOZyNBNIsFR8JnYwFnCBAgQIAAge0KCNBsV9D1BAgQ6JlARsLM2uS/+Iu/WFuENutzXOQiFylZu6YeKEje97jHPYbTpwaDQXnkIx+ZQ2uf1772tWvnBoPBML9TTjll7fx6G3mTzDHHHFMe+tCHlqte9arDIMRgMFjL54xnPGO5+MUvXvbff//ygQ98oCT9evmMHzvyyCPX8hgMBuXpT3/6MEmmD+XtTBe60IXWzl/qUpcqj3nMY8qJJ55Y5t2+YaFT/Eiw5R3veMfIFbe+9a2HfZGDt7jFLcouu+ySzeEnU5zqo22GByf4cdJJJw3XJxoMTrXea6+91oJxGTWVNYz222+/kilwg8GpaTKFbvfddx9OicsIrrVittiI/WBwah6DwaCkb6pLEmh89rOfXa585SuX9PVgcGq69M9973vfknWWUp8q/by+x9t/1rOetXz+85+fOPvch7kfc19mnafB4NR6DwaDct7znrfc7na3G7Yz6SbO9LSEaW8W945LgqbJbzA4Pf/B4NQycu4Vr3hF+elPf3ralet/pV1p32AwGAb6sgB1lTLrTeWtToPB6fnX+yfpsj8YnH6+fq/k/Faf1C/1zL2TIONgcHpesYvhJz7xiYl/t1PeeP+N1ym/y/mdvvSlLz1yX8Uy9/UnP/nJkgWTk5cPAQIECBCYRECAZhIlaQgQINBTgbx9KUGVevM/8pGPDBfzrB+bZvvAAw8cXv9f//VfJQ9xedNTFhSeJo9J01aBkvOc5zwlI3+e+9znli9+8Ytl/ME/b5XKw2oWNM7aOkn/pje9aaaHq+9///vl+te/fnngAx9Y0saqrt/+9rfLk5/85HLTm960rPoNNwmMJOhS1W2XXXYp173udavdcslLXrJkPZq1Azs28rau3/3udzu2tv/nZz/7WbnjHe9Ydt8RiMnonJ///OdrmSbYkPrd7W53K3/zN39TskB1jq0lmGIjQYiMFEog8OEPf3j58pe/XNLXVRbpn5e+9KVl1113Hbb3//2//1edWul3Hupz/yWAlPsx92V+V+qVysLbb3/720sCa0mXdqa99TTrbSdN1n7KiKkEJePy4Q9/uCS/8fQ5lnP3vve9h1MTH/CAB5QEu8bTrXI/v2/3vOc9h/VLPXPvjP9+xy6GmZoZq9jGeNZ6J//8fv/d3/3d8Hc6owDr91Xccl/ndyqjBj/72c/OWpTrCBAgQKBnAgI0PetwzSVAYGUCrSw4gZOrXe1qI3V/wxveUNrwwJEHtypQMu1DZdLf+c53Lve///2n+hf3BBryL/Wf+9znRszqO7e//e3LX//1X9cPLXX7D3/4Q8kDar3QvL0pI3yqYxkldZvb3KbaHX5nNEAeRIc72/iR4ExGfmTx6a2ySWDmEY94RElf/PKXv9wq+cj5BCLe+ta3ln/8x3+cKKiQezr3+r/927+N5LPsnfjc/OY3H7Y5D/qTlJ90eQtS1niK2UbX5NxBBx1U9txzz3LcccdtlGzD4y960YtK7pW8mWrDREs8kWBx+uzVr371xKXGKvdTgjkJtEx84WkJ8/dKRtJkhNxphzb9SmA2gZrxEWubXuQkAQIECPRWQICmt12v4d0T0CIC8xfI6Jk8TNdzzqKxN7rRjUoCNXngq5+b13YCK1mMOJ/ddtttJNuLXexiJcerT6bjpJ71RHmY3yhQ8rd/+7fDh/bq+jzAZ6RG/fpqO6MrMvWi2t/qOw+wGXFQpcu0jpSTMv7yL/+yZKRKPLfbvir/Wb6zplCmzdSvzQNrpprVj6WPs3BwdSz9fvjhh1e7M31nBM6DH/zgUp8ulVFaN7jBDYZ9eoc73GFoNJ55yk1gYZr7LdNZDjjggJERM1lj5+53v/uwrPTNeDmZinPXu961fOYznxk/tZT93LcxGO+fFJ7pQ7mPcj8lTabR5Hj9kwDNC17wgvqhte0ErDKCLFOa1g6etpG8M2IqeecTo4yiOu30yNdXvvKV8qQnPakk0Fc/kWBugh65PvdTpqpV5weDQdlnn32G7jmfT0Y1Vedn+c7oodyjP/nJT3a6PFOa0oaUc8Mb3rDkd288UYI6+V2M+fi5jfZTVu6PegA2eaeMlJUyU/b49blvDz744OH0xvFz9gkQIECAQF1AgKauYXtzAWcJEOilQBaMvd71rjfS9owwyYPKOc95zpI1PLK+Sx5CRhJtY+de97pXednLXjb8ZMRJPasEN6pz+c6D+3hw4SUveUmpB0pyfaaCfOc73yk//vGPyxFHHDHMO9dnO6MWMuUneSdt9clDbdJkqlR1bLPv6l/k8/CZh/yMysj1KSPn8kasy13ucmW77dusDludi0vaW6XLlI+Miqj2q+9M38hIgWo/35m2kfVrsj3LJ9NP3vnOd65dmhFKGXWUkRBxSv55CH7f+943nLKylnDHxmGHHVY2Cj7sOL3Tn2c84xklAZecSLAh7c7oh9e85jXDvk/fpKw8VCdN9UkgKmsEJW11bBnfCXhkvaXUs15e6p6ATQIJuY8qp0zPiuU5znGOevLytKc9rSSIMnJwx86xxx47fIvajs21P7lPq7zzO5y884lRRkulzAQW1i44bSPBkfy+nLY7/Erg9PnPf/7Q9lnPelapB/cyIitrtSTv6nPVq151eN0sP77whS+UBIPq04qSz53udKfhtMJqumLK+tCHPlTy+/vGN76xjFsdddRR5ZGPfOROwabktd4nrllrJ+eS1+tf//rhdMmUkbLilrIzjfJyO37Pk676xPNd73pXteubAAECBAisK9CoAM26NXSQAAECBFYqkCDMc57znJ0emFOpPPhklEnWd8m/mF/xilcsj370o4cjEDJaImmW/UkAIf86Xi83QZ6Mwrj4xS9ePzyynbUi8sC27777jhzPw1YWCx05uMnOWc5ylpLpO9e85jVHUuVf2rPWyfhon5FEC97JYspxqBeTUQgXu9jF6oeG26lnRmwMd077kYfy+uiX0w5P/ZVRM6961auGAZc86NYzyCK+WafnU5/6VMniq/VzGQHy3e9+t35oy+0EFxMY+4d/+Ifhgs31CzLq45WvfGV5ylOeUj9c0s6Xv/zlI8cWvZOAUepSLycjixLoSx/FpX4u+xmVkjWcMjKrOpeg04tf/OLhOk/VsQQa410FrHI8i3QnMLZe3jmfT/rmqU99asm12a8+CWLl96LaX+Z3/s553OMeV1KHqtzcT5lylFF9aVd1vPqOVYI3CbCMj5xKYGXaezr3ZQI1d7nLXdYdnZPFqPN3SdJVdch3fvfyO5htHwIECBAohcHOAgI0O5s4QoAAAQJjAnmoycKi4/8qPJZs+C/3edjNdIn8q3ke/B/0oAeV/Ov8PEfYjJdb389CsN/4xjfWDuXhNQ90CZCsHdxgI3XOFJwEJ6okGUWQN8RU+1t9Z6TO+LSsra5Z1vnYJPBRlTcYDIaL9Q4Gg+rQyHeCG+NTNhL8ykPySMIpdw455JC1N1ltdGnWxMnCxAl4VWl+8IMflGnWiLnEJS5R8tav+miOKq/qOw/vWSh3//33rw4NvzOaJ8G+4c6CfySAkuBC/W1mqXsCNnnD1WbF//3f/33JKJB6miOOOKJkJEd1LPfveBDiUY96VIlxlWaj78FgMJwSmL8D6mlOOOGE+u7StrN2Tkb91AtMW+53v/vtFICrp8n2hS984eH6S/UgTkbhZGTWpPd0gkGHHnrolnb5vclCwim3+mQUTT2wVB33TYDAwgRkTKB1AgI0resyFSZAgMBqBC5/+cuXTJPI1JEEMiapRR7i8vCTETZnOtOZhg/l9eDJJHlMmyZrzGTqTIJE2c4IgcuNTTfYLM9MKclaJVWaPLj98Ic/rHa3/L7lLW9Z6gGeLS9YYoIsDlwPAmTUUBZZ3agKcUh76uczTSkLn9aPTbOdvsjaMIPB+kGhel4JdGXkQ/3YNKMQHvKQh5QECevXr7ed4F3umXowKKNo0tb10s/7WKYr5S1M9Xzvc5/7TFT3XJM1aTJVLdv5JJCV+mc7nwQV4pgRUUmX4EEWIs65ST5Zo+kKV7jCSNJF/x6PFFbbGb+Hcz+l7waDre+nZJOgVAI62a4+GUmUV61X+5t9J2iZv882S1OdyzSu+t8Fmc63rKBfVQffixaQPwECBOYrIEAzX0+5ESBAoNMCCcxkzZe8CSVvyMlrkidtcP6lOqMZ8kB129vetkwT9Ji0jKS7ylWuMpw6k1E7WW8m9aw/JCXNoj7xucxlLrOo7LeVbx4MMx2mnkmCV+c73/nqh0a2B4NTF3cdDE5/+M0IgARJRhJOsZPXa29WZj2r9Nt+++03MjIio4BOPPHEerJ1txOIyALS655c52Cmn+21114jZ7K2yMiBBe187WtfK3kVdJV9Rn1NU/esJZM3BWVkSIIwGTFWD0xlFE7WgDniiCNK1tbJ6JqM0KnKa8t3Ahz1EWCpd/4umfR+Svp8Epyqj6rK1K/6wr9Js9EnzmevApXkAAAQAElEQVQ729k2Oj1yPAHOvLJ/5OC0O9ITIECAQK8EBGh61d0aS4AAgfkI5K0vWdclD0sZYZI35mQ4f/5lfpISsrjpla50pZLrJ0nfljQZsZNpFE2sb6a41EdVJPiRkRdb1TWjWPKpp5t1+k/K3HvvvetZbbmdgF4edKuEWeA4AYZqf6PvBA8TuNjo/PjxjPDKw3f9eEZVZHHn+rFFbH/pS18aWTMmazlN+ruU+sQ1fZKROAnC5G1OGfGWc1t92nQ+Qaz6yJ3BYFCyTs+0bcj9dPWrX33ksk9+8pMj+xvtjP8ubJQuxxOwzdpc2fYhQIAAAQKTCAjQTKIkDQECBAhsKJAH27wFKG9wyYNzAjaZGvKIRzyibPaQmcVM8y/ZWQR1w8yXdCLr42QB0ayfkwe+PAjOUnRefRyPWa5d5DV5Q9D4G2TyoJkg2VblZnrL+GiOBHoS8Nnq2lLKSJKMdKiP7Bg5ucFORpNkWkr9dAIa9f31tvMAnsDFeuc2Ojbu8c1vfrPkjWUbpZ/X8fEFd/MGrUlHacyrDuP5ZF2cBHzypqKb3OQmJd/jaZa9n5F79UV2c29mpNS09cjvaKYf1a/LdMx63vVz9e0EXer7tgkQIECAwDwFBGjmqSkvAgQIECh5+MnCpU9/+tOHC5VmSkzeApO1XcZ5ci4LtGYh3vFzk+1PnioPnFksNQGhN7/5zSUBpIzmyPSP/Ct3Ri3kDVT1f6GfPPdTU2ZkUdYzOXWvOT8TaBhfWPWmN71pyRu6JqllHtBjVE87y2LBeYvWpGVWZeV+Gp8mMknQJCNvqjwm/c4Dfz2ok/V6EnCc9PpZ0uW+TACtfm2CAIPB6dPK6ufmvZ2gRO6PjLzJ+lKZgpbAatatSfDjbne7W8m9kymKZcX/pS/iVVUjQawE8Kr9ab7zhqpp0idt1ihKEDbbPgQIECBAYBECAjSLUJUnAQLdEdCSbQvkgTxvyEng4xWveEUZD2B87GMfK+973/u2Xc56GWRkzJFHHln22GOP4cK9edDP4sFZMPWZz3xm+fCHP1yyrsV613bpWNqZqUH1NmUazGAwGK7vMhhs/p0RUglW1K/PCJq8Uad+bKvtvDFpMBhslWzkfAImCXzVD2Ydlfr+etvj99l6acaPJTBSD0QlELTo+yNTqLKob70ul770peu7c91OgCNTt+55z3uWBDjOfvazl6ybdJvb3KYcfPDBJWs2zTqCbK4VXXJm3/3ud8uvf/3rJZeqOAIECBAgMCogQDPqYY/A0gUUSKAvAnk4z9t78haW/Ot8vd1ZdHZ8FEH9/LTbeQjNm1myDsetb33rkjVyJh0BkPUpxus3bflNSp/RSYuYnpKAzfvf//4mNVVdthBIYGvfffctWRA5I6ASHNrikuHpjFKZZcTJ8OKW/MjImIzWakl1VZMAAQIEOiogQNPRjq01yyYBAgRmEsjoiEwBynoYeXjJtIc84M2UWe2ivGVmfHHavMUm051qyWbeTHDm0EMPLXlD0be//e1N86neepPpWFk3J1Mo8jaXpi70u2ljNjiZ0RJf+MIXNji7vcNZmDZvh9peLptf/bvf/a5kvaJ6qitc4Qr13bltZ7RM7oEqw4y4SsCu2l/Ed4ICKaeed6Yc1ffnsZ3f54yEygLdm+WXaV4ZZZa3tb33ve8d2sdln3322eyy1p/LKK1ZRl21vuEaQIAAAQKNEphDgKZR7VEZAgQIEJiTQB6KMwrlxBNPLFmcMwuGZhHg7WafKSt77bXXSDZZByPTkUYOzriTNWYyVWN8xEwWBU3g5stf/vJwKkMCOWlT1t7IejRZNycPyzMW28jL0sY3vOENJaNd6hVMYCpvOJr2k4fYej7TLhace2nSURtVObkvMtWo2s93RnTke7PPLEGOlBOzKt9MAVr0Q3t+H8ZdEySq16Oqz6zfGUWVt6zFv55H3jqWez/T1fL7nt+ZTIU75phjStajudnNblbOfe5z1y9Z6XamoA0Gp0+Ry98bswZ2x6eVpR8Gg9PzXmlDFU6AAIFGC6jcIgUEaBapK28CBAi0WCALhOZf06smZApSpgpV+9v5zoPhdq7f6NrU8XnPe1757W9/u5YkD9hZV+PYY48t//Iv/1KyGHAevNcSdHjjxz/+8XCdnXoTs+BvRhZlnZFpP5mKNhiMPsRmqkwCCvUyNtrOw3QCABudX+94goPf+ta31k4NBoOy3oLTawlO2zj++ONP25r86/Of//xI4rxxahn3ymUve9mRctMvCT6MHNxiJ2stpa5ZHPke97hHeeUrX1ny+5DLssZT1nrKdvU58MADS95clNFjCZgmEDMYjPZtlbYp3+N/J+VemqWfEyTMyLJ6u9LX44Gy+nnbBAgsUUBRBHosIEDT487XdAIECGwmkKkd44uVvu51ryt56N/suknOjT8IZxpVHi4nuXazNHmwPfroo0eSZDTN7W53u+FiuCMnNtjJNK4EBTY43arDGRmRUS71SuetPBmJUD826fY1rnGNknV96ulTRqbP1I9ttJ0H6vFXSm+Utjr+n//5n+WHP/xhtVtyr4zXYe1kbSMjqTJypHZo080ERMYDkNe//vWHbyXb9MI5nLza1a42kkuCB7kPRw5usZNRLwk8ZDHu1772tSXTk3JJgjQJrGW7+lzzmtcsT37yk8uk90EWz/3Od75TXb6y7/Of//zlEpe4xEj5H//4x0f2J9nJtLyvfOUrI0ljMnLATqcFNI4AAQJNFRCgaWrPqBcBAgRWLJC3L+VVzPVq5KEmb2LazvSLBHje9a531bMteUDN22RGDs6wkylLmapRXToYDMqee+45cXAm11Vr0WS7zZ/1HswzAiHrkMzarqyVcvvb337k8kyfes973jNybLOd9H3qtlma6lzSZVHpaj/f1772tcv5zne+bG76ybo7CXRsmqh2MlPfPvWpT60dyducEqBZO7DAjYx6Sd9URSSQlTdvVftbfScQNZ4+azBl2k6CKxkpU89j9913n2rqUq5PoKyexyq2M6Iv/V8vO6Pjxqdu1c+vt/22t71tJOiX12cn+Lhe2hmPuYwAAQIECMwkIEAzE5uLCBAg0A+Bu971riXrldRb+5jHPKa84AUvKH/84x/rhyfaznoiuT6BnuqCPAjntdfV/na+s6BsvV4JJKXMSfPMVJqnPOUpkyZvdLqMnFnvoT1TObZT8YxGGl8D5h3veEfJqIRJ8s0DdUbdTJI26ZK+SjsYDEqm7yTwUB3b6DuBo/TlJNOvkiZpc02V3w1ucIOSdYuq/UV+Zy2g613veiNFPPe5zy0bT98ZSTqcxpYRQ9XRXXbZpVz3utcd7ub3oT7lLwfH93Nso09+f574xCeWTE/bKM0yj+fvivydUZWZ39mXvexlJb/r1bHNvpP++c9//kiS2C9q4emRguwQIECAAIEtBARotgBymgABAn0WuNSlLlUe9rCHjRBkIdEHP/jB5ba3vW3JdIqRk5vsZMpGHu4PO+ywkVR5q9M0/3qdaRwZWTGSyWk7WdtmfKpUHvDzkHlakg2/8uC2zz77lJNOOmmnNJNcv9NFMx7YrH3TZHn00UeX+kP1YDAod7zjHScbTbRJQRntccMb3nAkRYJBCaaMHNxgJ/fPfe9735I3d22QZHj4uOOOK/e6171K0g8P7PiRES177LHHjq3J/mRkT9ZY2az/cu6xj31sSdoq18FgUO5zn/tMPAWoum7W7wScsohvPfCQKUX3vve9S0bHbJZv7ttHPvKRIwGKfffdt6Sfcl2mMY0HWdNXkwR/Erh6wAMeUDLiJHnVP/kdnDQoksBX8qpfP+t2gmY3vvGNRy4/5JBDynOe85wRg5EEp+3k76AEeOq/42c4wxmGa1PF6bRkvggQIECAwMoEBGhWRq9gAgQItEMgC+smGDNe23e/+93Dh8BMT3rpS19a8tacjGCp0uXBN29KycNdpltklECuyfnqkzVunvnMZ5Ys5FsdG//OaID6sYwKqY8WqJ/L6JDxfwnPIrYPetCDSt7QU09bbf/0pz8tGSGQ6+oje6rz+U7b8r2IzzTtm7T8PNS//vWvH0medVumCYSNXFzbSTAhgbbaoeFmnCd9CE/wIdNsMn0pIzyGGZz2I/tvfOMbhyNA6lNXErx40pOeVMYDcKddtuHXE57whGFgKg/n44lyLG159rOfPXIqx251q1uNHFv0Tjz++Z//eaSY3OtZwPdLX/rSTsGHOB111FElU37q92emoT3kIQ8p6adkloVvx4Na8b/NbW5TNpoClt/dI444olzpSlcq+d1OPuOf/G4nmDh+PPv5fa73U4I509wfyWOjTwIp+X0d/715+MMfXhKYSp+OXxurjPLK31Wf+9znRk4nCJi3VY0ctEOAAAECBFYkIECzInjFEiCwUAGZz1EgD0R5I8z4ejRVERnpkBERl7nMZYYjDgaDwXCURh6oL3zhC5c73OEO5UMf+lCVfO07D5J5EL/oRS+6dmy9jbyxZzAYrJ3KqJBM3zjvec87XDA2wZ8EWZIg6+bc//73z+bI58UvfnHJ+hVXvvKVh6MyMjoio0my7kfq8fjHP77koTQX5eFyvE55wMu5RXymad+k5Wc9lfGFmLN2TNo6aR6bpcv0n2qERpUuozJyL1T7G30PBqf2ZQJmd77znUv6bJ999hmOWMl37re73OUuI2/iSl4JzowHGnJ8o89gcGo5Of/Od76zJECYN3jlgTyf1D/HZgkaJs95fwaDQUkwaXx0UkyvcpWrlPOf//zDQFPu3TjFLYGF+ppLGQ3ykpe8pOy6664j1VtvqmLyTbr8DuR3IfnGJb8jZzrTmUoCOHnbV5VRRtMNBqeb5ndioxE0Cc4kWFpdm++sXZU6Z5HnfLLgeI7P8kmg5eUvf3lJe+vXV/2csjMVLm3ae++9h38vJXhTt8p1sd4qQJx0PgQIECBAYFkCZ1hWQcoh0C0BrSHQL4E8WOVfoPMAOY+W540peWPOJCM68sCY0S3j5eZNSxlhkcVLM2KkOp+HzQSMqv3qO1NlErhIsCnTrDL1KYsKV+fznWBJ6pXpJtmvPhlZs9HDaJVm1u9p27dVOannm9/85pJRC1XaBMtucpObVLvb/s4iveOjqjKN5Q1veENJ+RsVkMVYX/SiF5V6oCijMLJwcPok31WgrMojD+EvfOELy0EHHTQM/FXHt/pOYHD8Pkg/pv/zWW96Xu7Hj3zkI2U8QLdVWfM6n9+zt7/97SUjeMbzzOLauWcrp7jV08QpQZDxfkmaBFfinuBj9uuf/A5U+cYlvyP5XanS5Jqs2fKWt7xlZPTSd7/73Q2nXyXAs94IpPRtfmfzybS4qoxZvhNwybS0c5zjHDtdfsIJJ5S8ySpWGYWUcscT5e+JWMd8/Jx9AgQIECCwKgEBmlXJb1Wu8wQIEGiYQEY2PO5xjyuZHnHAAQfs9K/Xk1Q3AZA86OVtORlxM8k1GSnzvOc9r4xPaaiuzb+K65NAygAAEABJREFU5yGz2s8DZRYxfsYznrHp1Kkqfb7zkJdr8nCa4FGCJoPB6aMFErSpl5Fr5vWZtn1blZt65sG1ni4jXrJ2R/3YdrdvectblgR+6vnkYTiBhPqx8e1rXeta5bOf/exwas74ufH99EX6JKOiBoPT+2M83Xr7f/3Xf10SlEhwIffEemmqYzmftWo++tGPloz6qo6v4jsBgwTYMros9+Ukdaic9t9//w2DWAncfPCDHyz5HZwkz6RJfvl9T8Ayo14y4ijH88kUp2OPPTab637udre7lYzcWffkjoMJkNWDiDsOTf0nI4gSdMvosEkvTvvz+5HpdbGe9DrpCBAgQIDAQgVOy1yA5jQIXwQIECAwmcDFL37xkn+pz7/g54EvIxvy0J0FesdzyLSinMvDbx7IslZGRjac8YxnHE+66X6mKeRBPevhXPCCFxxJm4e8/It5/WAeuFOvLAaa4E7qkLU46mnywJlpEO9///tLgjxZDDVBqKTJ2huXvexlszn8JP9M4RnuLODHtO3brAof+9jHSupbT5NgStW2+vHtbCfgk8BPPY+MipjEKVNQUs88KGdkT/qryif9e+CBB5asFfLpT3+6rDd6qkq71XfuswQX4vHoRz96ZGRMysx9kaky6f9HPOIRw6kwW+W5jPOpdxazTb0yBSujRcZ/v+KU+zfBwwQ8J3Hac889h4szb5Rnfl8z7acyedWrXrUWsDr3uc9dxvs76xytNzolRvl9y7ozhx9+eIlzvHO8+qRPfv3rX1e7M38noJYRQN/73vfKs571rGFZKbvKMCOLMoIo98ExxxwzXNj8Fre4xYaBrOo63wQIEOiagPa0Q0CAph39pJYECBBonECmMSSwkJEqefDJyIlMb6l/fvazn5Wcy8NvRswMBoOZ25EHsUMPPbTkX+7rZWQ7a5asl3EeKrNAcOpwyimnDKffJH0+eUDMA2TeCDP+8JgpPHnLUNJVn/VGA2QaR3U+33lzUtbfWK8uWx2bpX3r5bnffvuNtDP1ygiU9dJu51gCPlmkNvnXPyl/knwThMiDcvLI9Kgqj/Rv1lHZbbfd5vYQnbcY5U0/xx9//JpNysx9kXVXJh2pknYlr9w7VX3znfsg58Y/42kT1Ey7xtNttJ/7MnknyDH++xWn3L/Xuc51Siw3ymP8+GZ55vc160XFJL879WsHg8FwRFLaW30SGEl+9XT17dQrwaU4x7u6Lt8ZRZWAUJU+7czx6jPt71JG9+SNcymr/ruetXISGM5IqgSKUqeqzK2+t9t/271+q/o5T6BhAqpDgMAcBARo5oAoCwIECBAgQIAAAQIEFikgbwIECHRfQICm+32shQQIECBAgAABAlsJOE+AAAECBFYsIECz4g5QPAECBAgQINAPAa0kQIAAAQIECGwmIECzmY5zBAgQIECgPQJqSoAAAQIECBAg0GIBAZoWd56qEyBAYLkCSiNAgAABAgQIECBAYFECAjSLkpUvAQLTC7iCAAECBAgQIECAAAECPRUQoOlpx/e12dpNgAABAgQIECBAgAABAgSaKCBAM99ekRsBAgQIECBAgAABAgQIECDQfYG5t1CAZu6kMiRAgAABAgQIECBAgAABAtsVcH3fBARo+tbj2kuAAAECBJYkcIELXKCccMIJ5c9//vPw85vf/KbstttuCyn94IMPHpZRlfWa17xmIeXIlAABAp0S0BgCBBolIEDTqO5QGQIECBAgQIAAAQLdEdASAgQIEJhcQIBmcispCRAgQIAAAQIEmiWgNgQIECBAoDMCAjSd6UoNIUCAAAECBOYvIEcCBAgQIECAwHIEBGiW46wUAgQIECCwvoCjBAgQIECAAAECBHYICNDsQPCHAAECXRbQNgIECBAgQIAAAQIEmi8gQNP8PlJDAk0XUD8CBAgQIECAAAECBAgQ2KaAAM02AV2+DAFlECBAgAABAgQIECBAgACBbgsI0KR/fQgQIECAAAECBAgQIECAAIHuCzS4hQI0De4cVSNAgAABAgQIECBAgACBdgmoLYFZBQRoZpVzHQECBAgQIECAAAECBJYvoEQCBDoqIEDT0Y7VLAIECBAgQIAAAQKzCbiKAAECBFYhIECzCnVlEiBAgAABAgT6LKDtBAgQIECAwE4CAjQ7kThAgAABAgQItF1A/QkQIECAAAECbRMQoGlbj6kvAQIECDRBQB0IECBAgAABAgQIzFVAgGaunDIjQIDAvATkQ4AAAQIECBAgQIBAnwQEaPrU29pKoC5gmwABAgQIECBAgAABAgQaIyBA05iu6F5FtIgAAQIECBAgQIAAAQIECBCYTKDNAZrJWigVAQIECBAgQIAAAQIECBAg0GaBXtRdgKYX3ayRBAgQIECAAAECBAgQILCxgDMEVi8gQLP6PlADAgQIECBAgAABAgS6LqB9BAgQ2EJAgGYLIKcJECBAgAABAgQItEFAHQkQIECg3QICNO3uP7UnQIAAAQIECCxLQDkECBAgQIDAAgUEaBaIK2sCBAgQIEBgGgFpCRAgQIAAAQL9FRCg6W/fazkBAgT6J6DFBAgQIECAAAECBBoqIEDT0I5RLQIE2img1gQIECBAgAABAgQIEJhFQIBmFjXXEFidgJIJECBAgAABAgQIECBAoIMCAjQd7NTtNcnVBAgQIECAAAECBAgQIECAwLIFlh+gWXYLlUeAAAECBAgQIECAAAECBAgsX0CJUwkI0EzFJTEBAgQIECBAgAABAgQINEVAPQh0SUCApku9qS0ECBAgQIAAAQIECMxTQF4ECBBYmoAAzdKoFUSAAAECBAgQIEBgXMA+AQIECBA4VUCA5lQHPwkQIECAAAEC3RTQKgIECBAgQKAVAgI0regmlSRAgAABAs0VUDMCBAgQIECAAIHtCwjQbN9QDgQIECCwWAG5EyBAgAABAgQIEOi8gABN57tYAwkQ2FpACgIECBAgQIAAAQIECKxWQIBmtf5K74uAdhIgQIAAAQIECBAgQIAAgU0EBGg2wWnTKXUlQIAAAQIECBAgQIAAAQIE2iswaYCmvS1UcwIECBAgQIAAAQIECBAgQGBSAelWJCBAsyJ4xRIgQIAAAQIECBAgQKCfAlpNgMB6AgI066k4RoAAAQIECBAgQIBAewXUnAABAi0UEKBpYaepMgECBAgQIECAwGoFlE6AAAECBOYtIEAzb1H5ESBAgAABAgS2LyAHAgQIECBAoGcCAjQ963DNJUCAAAECpwr4SYAAAQIECBAg0CQBAZom9Ya6ECBAoEsC2kKAAAECBAgQIECAwMQCAjQTU0lIgEDTBNSHAAECBAgQIECAAAECXREQoOlKT2rHIgTkSYAAAQIECBAgQIAAAQIEliIgQLMU5o0KcZwAAQIECBAgQIAAAQIECBDovsDWLRSg2dpICgIECBAgQIAAAQIECBAg0GwBtWu9gABN67tQAwgQIECAAAECBAgQILB4ASUQILBYAQGaxfrKnQABAgQIECBAgACByQSkIkCAQK8FBGh63f0aT4AAAQIECBDok4C2EiBAgACB5goI0DS3b9SMAAECBAgQaJuA+hIgQIAAAQIEZhQQoJkRzmUECBAgQGAVAsokQIAAAQIECBDopoAATTf7VasIECAwq4DrCBAgQIAAAQIECBBYgYAAzQrQFUmg3wJaT4AAAQIECBAgQIAAAQLjAgI04yL22y+gBQQIECBAgAABAgQIECBAoGUCAjQzdJhLCBAgQIAAAQIECBAgQIAAge4LLLOFAjTL1FYWAQIECBAgQIAAAQIECBA4XcAWgTUBAZo1ChsECBAgQIAAAQIECBDomoD2ECDQFgEBmrb0lHoSIECAAAECBAgQaKKAOhEgQIDAXAQEaObCKBMCBAgQIECAAIFFCciXAAECBAj0QUCApg+9rI0ECBAgQIDAZgLOESBAgAABAgRWLiBAs/IuUAECBAgQ6L6AFhIgQIAAAQIECBDYXECAZnMfZwkQINAOAbUkQIAAAQIECBAgQKDVAgI0re4+lSewPAElESBAgAABAgQIECBAgMDiBARoFmcr5+kEpCZAgAABAgQIECBAgAABAr0V6FGAprd9rOEECBAgQIAAAQIECBAgQKBHAu1sqgBNO/tNrQkQIECAAAECBAgQIEBgVQLKJbAAAQGaBaDKkgABAgQIECBAgAABAtsRcC0BAv0TEKDpX59rMQECBAgQIECAAAECBAgQINAwAQGahnWI6hAgQIAAAQIEuiGgFQQIECBAgMA0AgI002hJS4AAAQIECDRHQE0IECBAgAABAh0SEKDpUGdqCgECBAjMV0BuBAgQIECAAAECBJYlIECzLGnlECBAYGcBRwgQIECAAAECBAgQIDAUEKAZMvhBoKsC2kWAAAECBAgQIECAAAECbRAQoGlDLzW5jupGgAABAgQIECBAgAABAgQIbFug8QGabbdQBgQIECBAgAABAgQIECBAgEDjBfpeQQGavt8B2r8tgcFgUAYDn8GAwWDAYDBgMBgwGAwYDAYMBgMGgwGDwYDBYNA/g239n+vFX6wEAo0WEKBpdPeoHAECBAgQIECAAAEC7RFQUwIECMwuIEAzu50rCRAgQIAAAQIECCxXQGkECBAg0FkBAZrOdq2GESBAgAABAgSmF3AFAQIECBAgsBoBAZrVuCuVAAECBAj0VUC7CRAgQIAAAQIE1hEQoFkHxSECBAgQaLOAuhMgQIAAAQIECBBon4AATfv6TI0JEFi1gPIJECBAgAABAgQIECAwZwEBmjmDyo7APATkQYAAAQIECBAgQIAAAQL9EhCg6Vd/V631PbnAYEdSn1IYMHAPuAeafg+Usf+aXl/1K/63pRQGpTAopXcGxX8ECKwvsKAAzfqFOUqAAAECBAgQIECAAAECBAh0SUBb5iUgQDMvSfkQIECAAAECBAgQIECAwPwF5EigJwICND3paM0kQIAAAQIECBAgQGB9AUcJECDQBAEBmib0gjoQIECAAAECBAh0WUDbCBAgQIDAlgICNFsSSUCAAAECBAgQaLqA+hEgQIAAAQJtFxCgaXsPqj8BAgQIEFiGgDIIECBAgAABAgQWKiBAs1BemRMgQIDApALSESBAgAABAgQIEOizgABNn3tf2wn0S0BrCRAgQIAAAQIECBAg0FgBAZrGdo2KtU9AjQkQIECAAAECBAgQIECAwGwCAjSzua3mKqUSIECAAAECBAgQIECAAAECnRQYCdB0soUaRYAAAQIECBAgQIAAAQIECIwI2GmegABN8/pEjQgQIECAAAECBAgQINB2AfUnQGBKAQGaKcEkJ0CAAAECBAgQIECgCQLqQIAAgW4JCNB0qz+1hgABAgQIECBAYF4C8iFAgAABAksUEKBZIraiCBAgQIAAAQJ1AdsECBAgQIAAgUpAgKaS8E2AAAECBLonoEUECBAgQIAAAQItERCgaUlHqSYBAgSaKaBWBAgQIECAAAECBAjMQ0CAZnHsFWAAABAASURBVB6K8iBAYHECciZAgAABAgQIECBAgEAPBARoetDJmri5gLMECBAgQIAAAQIECBAgQGDVAgI0i+8BJRAgQIAAAQIECBAgQIAAAQLdF9hWCwVotsXnYgIECBAgQIAAAQIECBAgsCwB5XRZQICmy72rbQQIECBAgAABAgQIEJhGQFoCBFYmIECzMnoFEyBAgAABAgQIEOifgBYTIECAwPoCAjTruzhKgAABAgQIECDQTgG1JkCAAAECrRQQoGllt6k0AQIECBAgsDoBJRMgQIAAAQIE5i8gQDN/UzkSIECAAIHtCbiaAAECBAgQIECgdwICNL3rcg0mQIBAKQwIECBAgAABAgQIEGiWgABNs/pDbQh0RUA7CBAgQIAAAQIECBAgQGAKAQGaKbAkbZKAuhAgQIAAAQIECBAgQIAAge4ICNBs1JeOEyBAgAABAgQIECBAgAABAt0XaEgLBWga0hGqQYAAAQIECBAgQIAAAQLdFNAqApMICNBMoiQNAQIECBAgQIAAAQIEmiugZgQIdEBAgKYDnagJBAgQIECAAAECBBYrIHcCBAgQWLSAAM2iheVPgAABAgQIECCwtYAUBAgQIECg5wICND2/ATSfAAECBAj0RUA7CRAgQIAAAQJNFhCgaXLvqBsBAgQItElAXQkQIECAAAECBAjMLCBAMzOdCwkQILBsAeURIECAAAECBAgQINBVAQGarvasdhGYRcA1BAgQIECAAAECBAgQILASAQGalbD3t1AtJ0CAAAECBAgQIECAAAECBHYW6FqAZucWOkKAAAECBAgQIECAAAECBAh0TaBz7RGg6VyXahABAgQIECBAgAABAgQIbF9ADgSWKyBAs1xvpREgQIAAAQIECBAgQOBUAT8JECBQExCgqWHYJECAAAECBAgQINAlAW0hQIAAgfYICNC0p6/UlAABAgQIECDQNAH1IUCAAAECBOYkIEAzJ0jZECBAgAABAosQkCcBAgQIECBAoB8CAjT96GetJECAAIGNBBwnQIAAAQIECBAg0AABAZoGdIIqECDQbQGtI0CAAAECBAgQIECAwFYCAjRbCTlPoPkCakiAAAECBAgQIECAAAECLRcQoGl5By6n+kohQIAAAQIECBAgQIAAAQIEFinQjADNIlsobwIECBAgQIAAAQIECBAgQKAZAmqxoYAAzYY0ThAgQIAAAQIECBAgQIBA2wTUl0BbBQRo2tpz6k2AAAECBAgQIECAwCoElEmAAIGFCAjQLIRVpgQIECBAgAABAgRmFXAdAQIECPRRQICmj72uzQQIECBAgEC/BbSeAAECBAgQaJyAAE3jukSFCBAgQIBA+wW0gAABAgQIECBAYDoBAZrpvKQmQIAAgWYIqAUBAgQIECBAgACBTgkI0HSqOzWGAIH5CciJAAECBAgQIECAAAECyxMQoFmetZIIjArYI0CAAAECBAgQIECAAAECpwkI0JwG0cUvbSJAgAABAgQIECBAgAABAgTaIbCdAE07WqiWBAgQIECAAAECBAgQIECAwHYEXLsEAQGaJSArggABAgQIECBAgAABAgQ2E3COAAEBGvcAAQIECBAgQIAAAQLdF9BCAgQINFxAgKbhHaR6BAgQIECAAAEC7RBQSwIECBAgsB0BAZrt6LmWAAECBAgQILA8ASURIECAAAECHRYQoOlw52oaAQIECBCYTkBqAgQIECBAgACBVQkI0KxKXrkECBDoo4A2EyBAgAABAgQIECCwroAAzbosDhIg0FYB9SZAgAABAgQIECBAgEAbBQRo2thr6rxKAWUTIECAAAECBAgQIECAAIG5CwjQzJ10uxm6ngABAgQIECBAgAABAgQIEOi+wGgLBWhGPewRIECAAAECBAgQIECAAIFuCGhFqwQEaFrVXSpLgAABAgQIECBAgACB5gioCQEC8xMQoJmfpZwIECBAgAABAgQIEJivgNwIECDQGwEBmt50tYYSIECAAAECBAjsLOAIAQIECBBohoAATTP6QS0IECBAgACBrgpoFwECBAgQIEBgAgEBmgmQJCFAgAABAk0WUDcCBAgQIECAAIH2CwjQtL8PtYAAAQKLFpA/AQIECBAgQIAAAQILFhCgWTCw7AkQmERAGgIECBAgQIAAAQIECPRbQICm3/3fn9ZrKQECBAgQIECAAAECBAgQaLCAAM2cOkc2BAgQIECAAAECBAgQIECAQPcFFtVCAZpFycqXAAECBAgQIECAAAECBAhML+CKngoI0PS04zWbAAECBAgQIECAAIG+Cmg3AQJNFBCgaWKvqBMBAgQIECBAgACBNguoOwECBAhMLSBAMzWZCwgQIECAAAECBFYtoHwCBAgQINA1AQGarvWo9hAgQIAAAQLzEJAHAQIECBAgQGCpAgI0S+VWGAECBAgQqAR8EyBAgAABAgQIEDhdQIDmdAtbBAgQ6JaA1hAgQIAAAQIECBAg0BoBAZrWdJWKEmiegBoRIECAAAECBAgQIECAwHwEBGjm4yiXxQjIlQABAgQIECBAgAABAgQI9EKg5wGaXvSxRhIgQIAAAQIECBAgQIAAgZ4LNL/5AjTN7yM1JECAAAECBAgQIECAAIGmC6gfgW0KCNBsE9DlBAgQIECAAAECBAgQWIaAMggQ6LaAAE23+1frCBAgQIAAAQIECEwqIB0BAgQIrFBAgGaF+IomQIAAAQIECPRLQGsJECBAgACBjQQEaDaScZwAAQIECBBon4AaEyBAgAABAgRaKiBA09KOU20CBAgQWI2AUgkQIECAAAECBAgsQkCAZhGq8iRAgMDsAq4kQIAAAQIECBAgQKCHAgI0Pex0Te67gPYTIECAAAECBAgQIECAQNMEBGia1iNdqI82ECBAgAABAgQIECBAgAABAlMJtDJAM1ULJSZAgAABAgQIECBAgAABAgRaKdCnSgvQ9Km3tZUAAQIECBAgQIAAAQIE6gK2CTRGQICmMV2hIgQIECBAgAABAgQIdE9AiwgQIDCZgADNZE5SESBAgAABAgQIEGimgFoRIECAQCcEBGg60Y0aQYAAAQIECBBYnICcCRAgQIAAgcULCNAs3lgJBAgQIECAwOYCzhIgQIAAAQIEei8gQNP7WwAAAQIE+iCgjQQIECBAgAABAgSaLSBA0+z+UTsCBNoioJ4ECBAgQIAAAQIECBDYhoAAzTbwXEpgmQLKIkCAAAECBAgQIECAAIHuCgjQdLdvp22Z9AQIECBAgAABAgQIECBAgMCKBJYYoFlRCxVLgAABAgQIECBAgAABAgQILFFAUbMICNDMouYaAgQIECBAgAABAgQIEFidgJIJdFBAgKaDnapJBAgQIECAAAECBAhsT8DVBAgQWLaAAM2yxZVHgAABAgQIECBAoBQGBAgQIEBgRECAZoTDDgECBAgQIECgKwLaQYAAAQIECLRJQICmTb2lrgQIECBAoEkC6kKAAAECBAgQIDA3AQGauVHKiAABAgTmLSA/AgQIECBAgAABAn0REKDpS09rJwEC6wk4RoAAAQIECBAgQIAAgUYICNA0ohtUorsCWkaAAAECBAgQIECAAAECBLYWEKDZ2qjZKdSOAAECBAgQIECAAAECBAgQaL3AlgGa1rdQAwgQIECAAAECBAgQIECAAIEtBSRYrYAAzWr9lU6AAAECBAgQIECAAIG+CGgnAQKbCAjQbILjFAECBAgQIECAAAECbRJQVwIECLRXQICmvX2n5gQIECBAgAABAssWUB4BAgQIEFiQgADNgmBlS4AAAQIECBCYRcA1BAgQIECAQD8FBGj62e9aTYAAAQL9FdByAgQIECBAgACBBgoI0DSwU1SJAAEC7RZQewIECBAgQIAAAQIEphUQoJlWTHoCBFYvoAYECBAgQIAAAQIECBDomIAATcc6VHPmIyAXAgQIECBAgAABAgQIECCwTAEBmmVqn16WLQIECBAgQIAAAQIECBAgQKD7AhO3UIBmYioJCRAgQIAAAQIECBAgQIBA0wTUpysCAjRd6UntIECAAAECBAgQIECAwCIE5EmAwFIEBGiWwqwQAgQIECBAgAABAgQ2EnCcAAECBEoRoHEXECBAgAABAgQIdF1A+wgQIECAQOMFBGga30UqSIAAAQIECDRfQA0JECBAgAABAtsTEKDZnp+rCRAgQIDAcgSUQoAAAQIECBAg0GkBAZpOd6/GESBAYHIBKQkQIECAAAECBAgQWJ2AAM3q7JVMoG8C2kuAAAECBAgQIECAAAECGwgI0GwA43AbBdSZAAECBAgQIECAAAECBAi0U0CAZpp+k5YAAQIECBAgQIAAAQIECBDovsAKWihAswJ0RRIgQIAAAQIECBAgQIBAvwW0nsC4gADNuIh9AgQIECBAgAABAgQItF9ACwgQaJmAAE3LOkx1CRAgQIAAAQIECDRDQC0IECBAYJ4CAjTz1JQXAQIECBAgQIDA/ATkRIAAAQIEeiQgQNOjztZUAgQIECBAYFTAHgECBAgQIECgKQICNE3pCfUgQIAAgS4KaBMBAgQIECBAgACBiQQEaCZikogAAQJNFVAvAgQIECBAgAABAgS6ICBA04Ve1AYCixSQNwECBAgQIECAAAECBAgsXECAZuHECthKwHkCBAgQIECAAAECBAgQINB3gT4EaPrex9pPgAABAgQIECBAgAABAgT6INDqNgrQtLr7VJ4AAQIECBAgQIAAAQIEliegJAKLExCgWZytnAkQIECAAAECBAgQIDCdgNQECPRWQICmt12v4QQIECBAgAABAn0U0GYCBAgQaKaAAE0z+0WtCBAgQIAAAQJtFVBvAgQIECBAYAYBAZoZ0FxCgAABAgQIrFJA2QQIECBAgACB7gkI0HSvT7WIAAECBLYr4HoCBAgQIECAAAECSxYQoFkyuOIIECAQAR8CBAgQIECAAAECBAjUBQRo6hq2CXRHQEsIECBAgAABAgQIECBAoEUCAjQt6qxmVVVtCBAgQIAAAQIECBAgQIAAgXkJNDdAM68WyocAAQIECBAgQIAAAQIECBBoroCaDQUEaIYMfhAgQIAAAQIECBAgQIBAVwW0i0AbBARo2tBL6kiAAAECBAgQIECAQJMF1I0AAQLbFhCg2TahDAgQIECAAAECBAgsWkD+BAgQINB1AQGarvew9hEgQIAAAQIEJhGQhgABAgQIEFipgADNSvkVToAAAQIE+iOwRUtvvOP8o7fx2XHpyJ/t5JW6jGRmhwABAgQIECCwaAEBmkULy58AAQIEliWgnHYLfGBH9ffY8Tlkxs+Oy0b+zJpP6pC6jGRmhwABAgQIECCwaAEBmkULy58AgQ4JaAoBAgsWeM6C858k+ybUYZJ6SkOAAAECBAh0TECApmMdqjktF1B9AgQI9Fvggzuaf9SOz6r+pOzUYVXlK5cAAQIECBDosYAATc86X3MJECBAgEDDBVY5gmWVZTe8W1SPAAECBAgQWLTAvAM0i67i7LlsAAAQAElEQVSv/AkQIECAAIFuC2QES0ayLLuVKTNlL7tc5REgQIAAgbYKqPecBQRo5gwqOwIECBAgQGDbAqsYybKKMrcNJQMCBAh0W0DrCPRLQICmX/2ttQQIECBAoA0CGcmSES3LqmvKSpnLKk85BAg0RUA9CBAg0CABAZoGdYaqECBAgAABAmsCyxzRssyy1hpoox8CWkmAAAECBCYVEKCZVEo6AgQIECBAYJkCGdGSkS2LLjNlpKxFl7Oo/OVLgAABAgQIdERAgKYjHakZBAgQIEBgMQIrzXUZI1uWUcZKERVOgAABAgQItENAgKYd/aSWBAgQ6K6AlhHYWCAjWzLCZeMU2zuTvFPG9nJxNQECBAgQIEBgDgICNHNAlAUBAs0WUDsCBFotsMgRLovMu9XoKk+AAAECBAgsX0CAZvnmSuyegBYRIECAwOIEMsIlI13mXULyTN7zzld+BAgQIECAAIGZBARoZmJb9kXKI0CAAAECvRZYxEiXReTZ607SeAIECBAgQGB7AqcGaLaXh6sJECBAgAABAosUyEiXjHiZVxnJK3nOKz/5ECBAgACB9gioaWMFBGga2zUqRoAAAQIECNQE5jniZZ551apokwABAgQi4EOAwGwCAjSzubmKAAECBAgQWK5ARrxk5Mt2S00eyWu7+bieAIHVCSiZAAECnRQQoOlkt2oUAQIECBDopMA8Rr7MI49O4mpUXcA2AQIECBBYvoAAzfLNlUiAAAECBAjMJpCRLxkBM9vVpeTa5DHr9fO7Tk4ECBAgQIAAgTEBAZoxELsECBAgQKALAh1uw3ZGwGzn2g6TahoBAgQIECDQBAEBmib0gjoQIECgfQJqTGBVAhkBk5Ew05afa3LttNdJT4AAAQIECBBYioAAzVKYFUKAwPQCriBAgMCGArOMhJnlmg0r4AQBAgQIECBAYN4CAjTzFpVfewTUlAABAgTaKpCRMBkRM2n9kzbXTJpeOgIECBAgQIDA0gUEaBZILmsCBAgQIEBgYQLTjIiZJu3CKixjAgQIECBAoLsC82iZAM08FOVBgAABAgQILFsgI2IyMmarcpMmabdK5zwBAgQIEGiygLr1QECApgedrIkECBAgQKCjApOMjJkkTUd5NIsAAQLTCEhLgMCqBQRoVt0DyidAgAABAgRmFcjImIyQ2ej6nEuajc47ToDAMgWURYAAAQKbCgjQbMrjJAECBAgQINBwgc1GyGx2ruHNUr1ZBFxDgAABAgTaLCBA0+beU3cC3RP4844m+ZTCgIF7YPJ74AM7/t7Y6E/OzdNSXpP3CytWbboHNvo7xHECBAgsVUCAZqncCiNAgAABApsJOEeAAAECBAgQINBXAQGavva8dhMg0E8BrSZAgAABAgQIECBAoJECAjSN7BaVItBeATUnQIAAAQIECBAgQIAAgekFBGimN3PFagWUToAAAQIECBAgQIAAAQIEOicgQLNTlzpAgAABAgQIECBAgAABAgQIdF+gWS0UoGlWf6gNAQIECBAgQIAAAQIECHRFQDsITCEgQDMFlqQECBAgQIAAAQIECBBokoC6ECDQHQEBmu70pZYQ6LzAn//85+LDwD3gHnAPuAfcA0u9B1r/v72d/z9IGkiAQGcEBGg605UaQoAAAQIECBBoo4A6EyBAgAABAhEQoImCDwECBAgQINBdAS0jQIAAAQIECLRAQICmBZ2kigQIECDQbAG1I0CAAAECBAgQILBdAQGa7Qq6ngABAosXUAIBAgQIECBAgAABAh0XEKDpeAdrHoHJBKQiQIAAAQIECBAgQIAAgVUKCNCsUr9PZWsrAQIECBAgQIAAAQIECBAgsKFAZwI0G7bQCQIECBAgQIAAAQIECBAgQKAzAl1tiABNV3tWuwgQIECAAAECBAgQIEBgFgHXEFiJgADNStgVSoAAAQIECBAgQIBAfwW0nAABAjsLCNDsbOIIAQIECBAgQIAAgXYLqD0BAgQItE5AgKZ1XabCBAgQIECAAIHVC6gBAQIECBAgMF8BAZr5esqNAAECBAgQmI+AXAgQIECAAAECvRIQoOlVd2ssAQIECJwuYIsAAQIECBAgQIBAcwQEaJrTF2pCgEDXBLSHAAECBAgQIECAAAECEwoI0EwIJRmBJgqoEwECBAgQIECAAAECBAh0Q0CAphv9uKhWyJcAAQIECBAgQIAAAQIECBBYgsCKAzRLaKEiCBAgQIAAAQIECBAgQIAAgRULKH4rAQGarYScJ0CAAAECBAgQIECAAIHmC6ghgZYLCNC0vANVnwABAgQIECBAgACB5QgohQABAosUEKBZpK68CRAgQIAAAQIECEwuICUBAgQI9FhAgKbHna/pBAgQIECAQN8EtJcAAQIECBBoqoAATVN7Rr0IECBAgEAbBdSZAAECBAgQIEBgJgEBmpnYXESAAAECqxJQLgECBAgQIECAAIEuCgjQdLFXtYkAge0IuJYAAQIECBAgQIAAAQJLFxCgWTq5AgkQIECAAAECBAgQIECAAAECowICNKMe3djTCgIECBAgQIAAAQIECBAgQKBVAjMFaFrVQpUlQIAAAQIECBAgQIAAAQIEZhJw0fIEBGiWZ60kAgQIECBAgAABAgQIEBgVsEeAwGkCAjSnQfgiQIAAAQIECBAgQKCLAtpEgACBdggI0LSjn9SSAAECBAgQIECgqQLqRYAAAQIE5iAgQDMHRFkQIECAAAECBBYpIG8CBAgQIECg+wICNN3vYy0kQIAAAQJbCThPgAABAgQIECCwYgEBmhV3gOIJECDQDwGtJECAAAECBAgQIEBgMwEBms10nCNAoD0CakqAAAECBAgQIECAAIEWCwjQtLjzVH25AkojQIAAAQIECBAgQIAAAQKLEhCgWZTs9Pm6ggABAgQIECBAgAABAgQIEOi+wLotFKBZl8VBAgQIECBAgAABAgQIECDQVgH1bqOAAE0be02dCRAgQIAAAQIECBAgsEoBZRMgMHcBAZq5k8qQAAECBAgQIECAAIHtCrieAAECfRMQoOlbj2svAQIECBAgQIBABHwIECBAgECjBARoGtUdKkOAAAECBAh0R0BLCBAgQIAAAQKTCwjQTG4lJQECBAgQaJaA2hAgQIAAAQIECHRGQICmM12pIQQIEJi/gBwJECBAgAABAgQIEFiOgADNcpyVQoDA+gKOEiBAgAABAgQIECBAgMAOAQGaHQj+dFlA2wgQIECAAAECBAgQIECAQPMFBGi220euJ0CAAAECBAgQIECAAAECBLovsOAWCtAsGFj2BAgQIECAAAECBAgQIEBgEgFp+i0gQNPv/td6AgQIECBAgAABAgT6I6ClBAg0WECApsGdo2oECBAgQIAAAQIE2iWgtgQIECAwq4AAzaxyriNAgAABAgQIEFi+gBIJECBAgEBHBQRoOtqxmkWAAAECBAjMJuAqAgQIECBAgMAqBARoVqGuTAIECBDos4C2EyBAgAABAgQIENhJQIBmJxIHCBAg0HYB9SdAgAABAgQIECBAoG0CAjRt6zH1JdAEAXUgQIAAAQIECBAgQIAAgbkKCNDMlVNm8xKQDwECBAgQIECAAAECBAgQ6JNAXwM0fepjbSVAgAABAgQIECBAgAABAn0VaE27BWha01UqSoAAAQIECBAgQIAAAQLNE1AjAvMREKCZj6NcCBAgQIAAAQIECBAgsBgBuRIg0AsBAZpedLNGEiBAgAABAgQIENhYwBkCBAgQWL2AAM3q+0ANCBAgQIAAAQJdF9A+AgQIECBAYAsBAZotgJwmQIAAAQIE2iCgjgQIECBAgACBdgsI0LS7/9SeAAECBJYloBwCBAgQIECAAAECCxQQoFkgrqwJECAwjYC0BAgQIECAAAECBAj0V0CApr99r+X9E9BiAgQIECBAgAABAgQIEGiogABNQzumndVSawIECBAgQIAAAQIECBAgQGAWgXYFaGZpoWsIECBAgAABAgQIECBAgACBdgn0sLYCND3sdE0mQIAAAQIECBAgQIBA3wW0n0DTBARomtYj6kOAAAECBAgQIECAQBcEtIEAAQJTCQjQTMUlMQECBAgQIECAAIGmCKgHAQIECHRJQICmS72pLQQIECBAgACBeQrIiwABAgQIEFiagADN0qgVRIAAAQIECIwL2CdAgAABAgQIEDhVQIDmVAc/CRAgQKCbAlpFgAABAgQIECBAoBUCAjSt6CaVJECguQJqRoAAAQIECBAgQIAAge0LCNBs31AOBBYrIHcCBAgQIECAAAECBAgQ6LyAAE3nu3jrBkpBgAABAgQIECBAgAABAgQIrFZgGQGa1bZQ6QQIECBAgAABAgQIECBAgMAyBJSxDQEBmm3guZQAAQIECBAgQIAAAQIElimgLALdFRCg6W7fahkBAgQIECBAgAABAtMKSE+AAIEVCQjQrAhesQQIECBAgAABAv0U0GoCBAgQILCegADNeiqOESBAgAABAgTaK6DmBAgQIECAQAsFBGha2GmqTIAAAQIEViugdAIECBAgQIAAgXkLCNDMW1R+BAgQILB9ATkQIECAAAECBAgQ6JmAAE3POlxzCRA4VcBPAgQIECBAgAABAgQINElAgKZJvaEuXRLQFgIECBAgQIAAAQIECBAgMLGAAM3EVE1LqD4ECBAgsF2BU045pey1115lMBjM9Dnvec9bLnnJS5a73OUu5W1ve1v55S9/ud0qtf769UyPPPLIhbQr+Q4Gp/dd+jLlL6Qwmc5d4POf/3w561nPuva7d9GLXrScdNJJcy9HhgQIECBAoC0CGwdo2tIC9SRAgAABAisSOPnkk8t3vvOd8sY3vrHc4Q53KLvssku52c1uVr761a+uqEaKJUCAAAECBAjMIOCSRggI0DSiG1SCAAECBLoicNRRR5Vdd921HHLIIeX3v/99V5qlHQQIECBAYFsCLiZAYGsBAZqtjaQgQIAAAQJTCzz2sY8tBxxwQPnNb34z9bUuIECAAIGpBVxAgACB1gsI0LS+CzWAAAECBOYpsOeee5Zf//rX5c9//vOmn//+7/8u//Vf/1U++MEPlgMPPLCc+cxn3qkar3/968tDHvIQI2l2knGAQBsF1JkAAQIECCxWQIBmsb5yJ0CAAIGOCpzpTGcqF7jABcree+9dXvKSl5Qf/vCH5e53v/tOrT3ssMPKC17wgp2OO0BgJwEHCBAgQIAAgV4LCND0uvs1ngABAgTmJXCOc5yjvPKVryxPecpTdsryaU97WvnKV76y0/FlH1AeAQIECBAgQIBAcwUEaJrbN2pGgACBtgn0vr5nPOMZy8Mf/vDyT//0TyMWP/nJT8qLX/zi4ZSpkRN2CBAgQIAAAQIECJwmIEBzGoQvAgTaIKCOBJov8Jd/+ZflcY97XLnc5S43UtkjjjiiHH/88SPH7BAgQIAAAQIECBCoBARoKgnfBCLgQ4AAgTkIXPjCFy4PetCDRnL6wQ9+UD7wgQ+MGEMKowAAEABJREFUHNtsJ4sUJ6Dz7Gc/e7jOzXnPe94yGAxGPjmWNXBe8YpXlJ/+9KebZbfhuV/+8pclixknn3Od61xzz3+84F/96lcl9d19993LX/3VX62Vd7azna3c9KY3LYcffnjJAszj1027//vf/36Y1+5j5VzoQhcq+++/f/nkJz9Z/vjHP06b7Uj6lJE+3W+//Ur6YjA4vX9iGdPYxnjkwil3Us4xxxxTHvrQh5arXvWqJVaDwellZeTWxS9+8ZJ2pT5JP0kRJ510UrnoRS+61gd77bVXOeWUU4YjvT760Y+Wa1/72mvn0p60cyu3vLXsbW97W0lf1ut5vvOdr9z3vvct3/jGNyapmjQECBAgQKCXAgI0S+52xREgQIBAPwRucpOblAQD6q3NG5/+8Ic/1A/ttJ3ATB6Or371q5c8dGfK1Ic//OFy8skn75Q2x3Lu3ve+dznPec5THvCAB5QEQHZKuM6BPEg/+MEPLnnwvtvd7laSz89//vORlNvJfySjHTsJGjzzmc8c1jP1/fSnPz3ydqvU5/3vf3+5/e1vX85//vOX97znPcNAwY5Lp/7z2c9+tlz+8pcf5jVeTt689ZrXvKZc97rXLVe84hXLf/zHf0ydfwJIL3zhC4dtST+/5S1v2al/YhnT2Mb4gQ984MR9U1WoXk6CJc997nPLF7/4xRKrKk2+//SnP5UE89Ku1Cf3wpve9KaZAlD/8z//Uw466KCSt5klKJT880l70s499tij/Pu//3sOjXwS7EqZF7zgBcsd7nCHkr6s1/PHP/5xeelLX1oysiz5p20jGdghQIAAAQIdFJi2SQI004pJT4AAAQIEJhC4yEUuUnbfffeRlJ/73OfKj370o5Fj9Z0EMfLwmofj4447rn5qou0XvehF5TrXuU454YQTNk3/s5/9rNzqVrcqz3/+80se7jdNXDuZ/K92tauVr33ta7WjW2/+4he/KHe+853LIx7xiJGgzEZXJsiU+j3nOc+ZOkjz9re/fRh8+fa3v71R9mvHv/71r5d/+Id/KGlXAmNrJzbZyNu6UrdpAi4xTkDnWte61sR23//+98v1r3/9Mk05VbXjF+/73//+E3lX16WeCQJl1FZ1bPz77//+78s1r3nNkcMJxCToljJT9sjJdXae9axnDYOJv/vd79Y56xABAgQITCEgaccEBGg61qGaQ4AAAQLNEPiLv/iLYbCkXpuMIsgIjvqxajsBgo0ejs961rOWPNxn8eF87n73u5dLXvKS1aUj33lb1JOe9KSy0UidBIEe+chH7jQK4gxnOEO50pWuVA444IDhIscpI9NfRjLfsfOd73ynHHjggWWaaTsZqZOpSzsuX/uz6667DstKedleO1HbyFo+n/nMZ2pHNt/MiI8ECtLGKuUuu+wyHNERtxvc4AYl7azO5TtBiUxHe8c73pHdTT8n7Ah8JWiSkTHjCdNH//iP/zi0ywiSTHkaT5OAUK5PoG78XH0/tvvvv39ZL93f/u3flqqctCnbf/M3f1O/fG07I1aOPPLItf2tNuJXfwtZRsPkPsgn27n+rne9aznnOc+ZzeEn1g95yEPKq1/96uF+/Ufd/oY3vGHJ+kzV+Uxze+pTnzp1AK663jcBAssSUA4BAssUEKBZprayCBAgQKBXApe+9KVH2ptpHRmBMXLwtJ1jjz22POEJTzht79SvjMLJmiJ5YM/D88te9rKST6ayfOtb3xoGSQ4++OBTE9d+ZhRJggG1Q2ubn/jEJ4ZrwKwd2LHxmMc8Zjj95ktf+tLwXFVGps0kIJOH6x3J1v587GMfK+973/vW9rfayIidKk1GdaQ9//mf/zksKw/q2T7xxBPLrW996yrZ8Pu3v/1ted7znrdhsGmYqPYj03OqwFTsEkhJ2ZmakzZ95CMfGbbzX//1X2tXleEooqyPkuDWyInaTtZmSUDkm9/8Zu1oGU7Ziemvf/3rcsQRRwz7J+VlpFTyGx9tkjd6ZdpTRsiMZFTbeclLXjKcclY7NLRJXyTIV5WTNmU7bUx/J/hTvyZBv6TJfVc/vtF2gi25JkGsuH/ve98rudfySX0zKimjZOrXp62HHXZY/dBw6lfuj7Q151OHD33oQ8OpWa973evKWc5ylmH6f/u3f5vLekPDzPxor4CaEyBAgMCagADNGoUNAgQIECAwX4GMOqgeRqucv/rVr1aba995KH7Vq15VEpCoDl7gAhcoCSjc6EY3KlkEtjpe/z7HOc5RMgoh19aPZ0pR1iqpH6u2M1Iko0aq/fvd737liU98YskIkOpY/fviF794ScDnete7Xv1wyYP2NFNU8tCfUTSZ6pN6j2S2YycLK7/2ta8t48GgT33qU5tOC9tx6U5/EhhLECnTlwaDwcj5tDMjc9785jePjKZJMCEjmKoAz8hFO3ay2G/WENqxufbndre7XUngLNPKBoPRcpLoCle4Qknw5mEPe1h21z4JpmSaT/p97eBpGwnsjI9Gybo8sUtfnJZsp6/LXvay5aijjir77rvvyLncB1kMeOTgFjuHHHLIcGpV/b4bDAblEpe4xHDNouryBIue9rSnVbvD79inz7JIcP36nMwImozAyRo2GV2TY8v4KIMAAQIECLRFQICmLT2lngQIECDQWYG8gSkPrfUGPupRjyqXutSl6ofW3R4MBsMpL9e4xjVGzmc6zsiBHTtZK2Q8QJRFZQeDnYMLO5Kv/cmUltRnMDg9XUb8bDRda+3C2kYe+m9729vWjuy8mXKyKPJgcHo5CQJMU04e/BNMWW96VlXiYDAYTntKm6pj+U4gKsGTbNc/GfEzHjTJyJiMdDnnOc9ZT7rTdoISCaIlyFI/+YY3vKGM90XOf/nLXx5501Hak4BS8sn5zT5nPvOZy4Mf/OCS6XVVutQ991e1v9V3FrbO25oGg9P7YKNrEkDMKKHqfN7KlRFRW923WccmdoPB1mVUefsmQIAAAQJ9EBCg6UMvayMBAgQIrEQga4OMjxYZnyKTimV0yZ3udKdhoCUPyAku3PzmN8+pUsrWXyknozXqKb/xjW/Ud4fbGbExPkJkkkVdc3HeeJQRFKlf1j25173uVc5+9rPn1JafXDPpQ3/KycijKtNMz9loWliVpv6d9WQSAKgfW297MBgM18BJ3arzv/jFL8rRRx9d7a59561Q9bVwBoPBcNTRuc997rU0m20kuJIgS4ItVbqM2Mmbqqr96jtrzGQaWNYcynZGUOXNR9X5rb6zNtF2/LKwdaaHbVVO7qOM6qmnSwAub5uqH9toO9PZbnzjG2902nECBAgQINBLAQGaXna7RhMgQKAmYHNhAhlRMD7NI+t8jBd4rnOdq2QdmKwnkrU+jj/++OF0kvF0293P9J56QCL5JXAwyVuZMgUp696kfqlnRsQkgJA8tvpM+tCffBLEGB+BsZ5Z0o5/cm2mHY0f32j/Yhe7WEkApH4+AZoEH+rHMropwa3q2G677TZctLnan+Q7QZbx6Vsf/ehHy/g0satc5SrlBS94wXDqVEYPvfWtbx0ZETNJWdtJc/WrX32i8jIVa3wR41ve8pYTXZv6ZbRP1uLJtg8BAgQIECBwqsAZTv3ykwABAosTkDOBvgrkIfbnP//5SPMzjWfkwBJ3BoNBudWtbjVSYhaezaiVO97xjsM1TMYDBiOJZ9yZ9KF/o+zXG3W0Xtq0I6OP1ju33rHBYFD23nvvkVNf+MIXSn1KUKaFffrTnx5Jk1EiGbU0cnCLnUw7Gg8GZXHk8ftji2wWfjpv8pqkkO9+97vlBz/4wVrSBBnTz2sHJthIf006CmuC7CQhQIAAAQKtFxCgaX0XakApBQIBAgRaIzA+gmXWimdER9ZmyXorWUcm35PklSBB1k+pp82iwRmpcbOb3axkZEMenJ/ylKeUjKz54x//WE860/b4KKKZMpngokzBmvaBPwGdBE+q7E8++eRSn1KVKVbji+zuuuuuVfKpvnNdvaxMc0ofTpXJOokzwihrwaTPbnCDG5S8fWmdZFseSt0mDTxldE99pFFGLyVIs2UhtQTnP//5y6SjsGqX2SRAgAABAp0VEKCZqGslIkCAAAEC0wvk4f5///d/Ry7MeiQjB7bYOeWUU0pGkGRa0TOe8YySkS4JKmTdmgR7Mk3kAx/4QEmQZYushqezbsr//b//t5znPOcZ7q/3Iw/7j370o0vWtUnAZr/99ispI4GA9dJvdSz5bJVmHufzJqNp80n7MhWtui4BqXrgIW1OH1Tn811f4yX7k37Gy5r0uqRLQC4je7IWTt5A9YhHPGI4+idBkdQ/QbX02XprD+X6ST7JJ3WcJG3uyXq6rFuTKXT1Y1ttJ32u2yqd8wQIECBAYLkCqytNgGZ19komQIAAgY4L5E1K9Yf9NPfSl750vjb85EE8b/e55z3vWc52trMNF+K9zGUuU25zm9uUgw8+uGSky6wjJKpC88anTOVJntWxjb4ToHjLW95SMkrnTGc6U7nf/e5XxkeUbHTtso/PMlLnfOc7X5l01Mi82/Pb3/62bDaCJvZHHnlk2WOPPYZruySolsWDs6D0M5/5zPLhD3+4NG2K1LyN5EeAAIFOCmgUgQ0EBGg2gHGYAAECBAhsVyCBlnoemX7zd3/3d/VDI9tZgHffffctmQrz6le/umT9k5EEG+zssssuZfxtURskXTucRX/f8Y53DKfDPPShDy3JY+3kBhsZpZPRN1e+8pVLXrG8QbJWHc4Ip4yaWUWlN5pSlCBdfC9/+cuXvO3oE5/4xMQjpDK6J6OrVtEeZRIg0BwBNSFAoJ0CAjTt7De1JkCAAIGGC2RaTB6s69XMdI5MS6ofq7aPO+64cp3rXKe8853vrA6t+53RHhlFcdBBB5X3vve9JeuYZBTFPvvss276rQ6mTs9+9rPLz372s5KFX1/ykpeUvKZ6s4f8lJlAUkbhbJX/Ms/PEmiJ3aSvGp93W9abUpTgzKGHHjp8u9S3v/3tTYu8wAUuUPLK86c//eklCxlnSl3erJTg26YXOklg+wJyIECAAIEFCAjQLABVlgQIECBAIK/K/uIXvzgCkcBH1oAZObhj55e//GV54AMfWE488cQde6f/yQKqWWskr3lOUCQjWBJIOeaYY0rWo8mivuvld3oOk28NBoNysYtdrBx44IHDh/28zSlvGUr5GZUxntMvfvGL8opXvKIkoDB+blX7s6y/kqBGRtFUdc5IpATBqv2sGZSpZtV+vjeblpTzG30SDEp51flMycoommo/31ljJlPZ0tfZrz5XvepVSwI3X/7yl8uvf/3roXvqkbWJ0ke5tzIFrUq/6O/xdYUS3Eu9pik3U7g2HiU2TU7SEiBAgACBbggI0HSjH7WCAAECBBomcPjhh5cEMerVypovg8Ggfmi4/b73va987GMfG25XPxIoyRo2GR2x1157lQRiBoOdr63Sz/s7gYlMtUr5mXp11FFH7TQNKvXO23zmXfas+eW1z1m52aoAABAASURBVBM/8J9WSBZErq8TlNEn9QBNgjMX2xG4Oi358Ouzn/3s8HvaH1/60peGgZXqugTg8iajaj/1eN7znleyNk11LP2QdYeOPfbY8i//8i8liwGnTtX5VX2n3vUFhRNATMBomvokYJV7a5prpCVAgAABAl0WEKDpcu9qGwECBAisRCAjYd7whjeMlH25y12uZGrSyMEdO3koTzBnx+ban2te85rlyU9+cqk/AK+dXGcjIxe+853vrHNm9NDXvva14cibffbZp2RUTN4IlfJHU+28NxgMhosEP/e5zx05+cMf/rA06QE7wZYf/ehHI3XcbCdtP/roo0eSJABSX48no1IyeqWeKCOjElyoH9tqO2V98pOfHEmWe+Kc5zzn2rEs/jxen4ymud3tblcGg8mCc+mPk08+eS3PRW1kLaVMsaryT1Ap06uq/Um+M0Ir99AkaaUhQIAAAQJ9EBCg6UMvayMBAl0U0KaGCmTaxpOe9KTyrW99a6SG+++/f8kbg0YO7thJcCUjZXZsrv3ZfffdhyNm1g5ssZHr87C7RbLyzW9+c/gmqHe9613DNzFl3ZJpAhpXutKVylnOcpatilnZ+TzsZ4rQpBX4+te/XjIyqJ4+b6saDEaDITe4wQ1GAiSf//znS6ad1a/bajtBnYw4qqe7/vWvXxIAqo5lBEpGolT7g8Gg7LnnniNlV+c2+k6f1qdRbZRuu8fPe97zltS/ns+b3vSmkrWX6sc22k7AKuk3Ou84AQIECBDoo4AATR97XZsJTCQgEQEC0wpkPZaMMjnssMNGLs1Iibvc5S4jx6qdLGyb0QfVfr7H93Nso08CQk984hPL+HSq9dJndEimplTnEtiZJtCQKUT1umUq0HpBpyr/VXwfcsghZZJpV3HL4sh1t/RTgjHj9c6IpqzxUh1PPz/taU8rP/3pT6tDm36nrEwVq9tllM4tbnGLkeuy7k/uh+pgysm11f5W3wkKPuUpT9kq2VzODwaDkhFYg8Hpwaz/+I//KFkTZ5ICPvWpT5W8RWyStNIQIECAAIG+CAjQ9KWnm9hOdSJAgECHBPKwnlEymZJSb1behpSgQdY2qR+vtjONqT5VJMcTNDn++OOzueknIyUe8IAHlLe97W07pcsIhTzg109kWspee+1VP1Ry/SSjTrKQ8bOe9ayRazPSpx7wGTm5op1Mc3rUox5VYrNRFRIESVte/epXjyRJ/60XcMo0pJyrJ846NHe9611LXOrHx7cTYPk//+f/7NRH++23X0lAqJ4+a9KMry+T9WeSRz3detsJzuyzzz7DkVHj5ye5fvyaSfYzumc8yJT76UMf+tCml6eu97rXvUp9ceZNL3CSAAECBAj0RKDTAZqe9KFmEiBAgMAKBDKVIyNQEhzJQ2qmfLz2ta/dqSZPfepTy21ve9udjlcHznrWs5Y99tij2h1+Zz2ZLCj81a9+dbg//iMP3BmpkClHL33pS8dPD/cz2mV8wdy8MSgLzf7VX/3VME1+ZATJjW50o5I1c5Jvjo1/Uo8EduoLGSfwlIWMk+d4+lXv5+1St7rVrUreLDRelwTSDjjggJIgTv3c9a53vXLf+963fmhkO8GYONUPZnrUbrvtVj7ykY+MLP5bpclbpfbee++SkTrVsXxf+tKXLo985CPLuF0WIx5/O1KCSA960IPKr371q1y60yftyQiqXJfg1E4JdhzI1LYdX3P/k+DiYx/72JHFo3M/3fzmNx+udTQeJEtgLGbXvva1h9Pt5l4hGRIgQIBArwW60PgzdKER2kCAAAECBOYlkGkaZz/72YfrfgwGgw2/kyYP1He4wx3Ke9/73vKnP/1ppyo87GEPKw95yEOGeex0snYgD//jo2iOO+64krcoXehCFxpOJbnPfe5TMurgyle+8nDdkgRwvv3tb6/lcqlLXWqknDwMj4+gSeIEg/75n/85m2ufPPynDgkWZVRMysonIzLOda5zDeuR+qxdsGMjdUnQZsdmY/7c7GY3W1sj58Mf/nC5xCUuMRylkrqmPZmqdJ7znKeMB9IucpGLlBe84AUlI2U2akxGtmTqWoIr9TTpgxve8IYl90O8Uk6m/mQkzuUud7ny0Y9+tJ58GMx4/etfXy560YuOHM9Oyr///e+fzZHPi1/84pLpZOn7qi0pI/dG2vP4xz++VMG1vPVpPO/cCyMZznEnU79e/vKXlwTsqmxTl4wkS3sSoIpJbLKfPqqvs1Nd45sAAQItEFBFAgsXOMPCS1AAAQIECBDomUAekp///OeXrDuS7a2an+DKi170orJe2iwcm2kuCQ688pWvLF/+8pdHgkG5JmW95S1vKQkiVGVl9Mh6028Gg8HwDVEJyFRpq+88WGeR2ZSVTxYTXu9tRfvvv3/JWjspu7q2Cd9ZtDbm9WBBRrHELe1Z7y1DCaK8//3vL1e96lW3bEICHxktkxEg44kzWileKSf9td46OJe85CWHiwsnqDF+fbWfwMt6I3kSAEzfV21JGbk3quvynfw/8YlPlAc+8IHZXftkZM16wbq1BNvcyAixjFqquyfL3E8JlMUkNjHK8epzpzvdad03m1XnfRPon4AWEyDQdwEBmr7fAdpPgAABAnMTyANqphCdcMIJw4fkM57xjBPnnYfcD37wgyUP2ZNelEBJpkPlgTzry2QkSHVtpjgde+yx1e7Id0bKZOrMC1/4wolf5Z0MskbKG9/4xpIRE8kjx5r0GQwG5X73u19JMOAc5zjHllXLaJUEpC5/+ctvmbZKkLWEEnR4xjOeMbFdAll5s1fe5LRVIChpM5on+We7Knez77Q11ySAk1FCGWkzGAzWLknQZjyYs3ZyDhuDwaDkXqzK3yrLtCtBxYwMqr/FaqvrnJ+DgCwIECBAoNECAjSN7h6VI0CAAIEmC2Ra0rWuda3yuMc9rmTR2LyF59BDDy05Pku9s+jq1772tfLud7+77LvvviUBkXo+meaS6TQJkGSayKte9aqSgEHSnPvc5y7jbyDKVJqMYsj58U+CRwlQZJRNRpDc4x73KBe72MVGpqok4JRjOffxj3+8JOiTUQ+5djy/puwPBoNyy1vespx44oklCwFnnZ60o6pfAmCPfvSjy/e+972SAFWCG9W5Sb+z9spBBx1UTj755JKRLOv1Vfoux3M+o5Ae85jHlEmDWglgJP+TTjqpPO95zxuOMhm/NgG59Ev6LvdCFudNvcqO/9Lmy172sju2Tv2TgGEWnj51b3E/sw5O3s6UgFBGAsWgKi19kHqlT9KuBBWbfB9V9fZNgAABAgSWKSBAs0xtZREgQIBAowQyJejoo48umf4xyyejEo455pjyhCc8oVzjGtdYd4rStA3Ow3kWuD388MOHr4uu1+tnP/tZyRtysg5JAjL1vAeDQck0qXr6BAeSXz3d+HbO3/jGNy4ZUZNpUVmvpMoj2zmWc9e97nUnat96pmnPeLkb7a93fdYzOS39yFfyreqa73q6BF6yBtCXvvSlknbkfD55g1DeqlUfbTSS6RQ7CZrc/va3L+v1VaY45XjOJ90U2a4lTR9ngeDcY1mUOvWvPgm6pF/Sd+nDtYt2bGT9mwT6qrT5Xm9KWwKJySfn88kUpCx6vCOLmf8k6HKd61ynvPnNbx65f9MH6Yv0SdqVAsb7OnVJnXLOhwABAgQI9FFAgKaPva7NBAgQILCBgMMECBAgQIAAAQIEViMgQLMad6USINBXAe0mQIAAAQIECBAgQIDAOgICNOugOESgzQLqToAAAQIECBAgQIAAAQLtExCgaV+frbrGyidAgAABAgQIECBAgAABAgTmLNDAAM2cWyg7AgQIECBAgAABAgQIECBAoIECqlQXEKCpa9gmQIAAAQIECBAgQIAAge4IaAmBFgkI0LSos1SVAAECBAgQIECAAIFmCagNAQIE5iUgQDMvSfkQIECAAAECBAgQmL+AHAkQIECgJwICND3paM0kQIAAAQIECKwv4CgBAgQIECDQBAEBmib0gjoQIECAAIEuC2gbAQIECBAgQIDAlgICNFsSSUCAAAECTRdQPwIECBAgQIAAAQJtFxCgaXsPqj8BAssQUAYBAgQIECBAgAABAgQWKiBAs1BemROYVEA6AgQIECBAgAABAgQIEOizgABNX3pfOwkQIECAAAECBAgQIECAAIHGCswtQNPYFqoYAQIECBAgQIAAAQIECBAgMDcBGS1GQIBmMa5yJUCAAAECBAgQIECAAIHZBFxFoJcCAjS97HaNJkCAAAECBAgQINBnAW0nQIBA8wQEaJrXJ2pEgAABAgQIECDQdgH1J0CAAAECUwoI0EwJJjkBAgQIECBAoAkC6kCAAAECBAh0S0CAplv9qTUECBAgQGBeAvIhQIAAAQIECBBYooAAzRKxFUWAAAECdQHbBAgQIECAAAECBAhUAgI0lYRvAgS6J6BFBAgQIECAAAECBAgQaImAAE1LOko1mymgVgQIECBAgAABAgQIECBAYB4CAjTzUFxcHnImQIAAAQIECBAgQIAAAQIEui9QBGh60MmaSIAAAQIECBAgQIAAAQJ9F9D+pgsI0DS9h9SPAAECBAgQIECAAAECbRBQRwIEtiUgQLMtPhcTIECAAAECBAgQILAsAeUQIECgywICNF3uXW0jQIAAAQIECBCYRkBaAgQIECCwMgEBmpXRK5gAAQIECBDon4AWEyBAgAABAgTWFxCgWd/FUQIECBAg0E4BtSZAgAABAgQIEGilgABNK7tNpQkQILA6ASUTIECAAAECBAgQIDB/AQGa+ZvKkQCB7Qm4mgABAgQIECBAgAABAr0TEKDpXZdrcCkMCBAgQIAAAQIECBAgQIBAswQEaBbRH/IkQIAAAQIECBAgQIAAAQIEui8wxxYK0MwRU1YECBAgQIAAAQIECBAgQGCeAvLqj4AATX/6WksJECBAgAABAgQIECAwLmCfAIGGCAjQNKQjVIMAAQIECBAgQIBANwW0igABAgQmERCgmURJGgIECBAgQIAAgeYKqBkBAgQIEOiAgABNBzpREwgQIECAAIHFCsidAAECBAgQILBoAQGaRQvLnwABAgQIbC0gBQECBAgQIECAQM8FBGh6fgNoPgECfRHQTgIECBAgQIAAAQIEmiwgQNPk3lE3Am0SUFcCBAgQIECAAAECBAgQmFlAgGZmOhcuW0B5BAgQIECAAAECBAgQIECgqwICNKf3rC0CBAgQIECAAAECBAgQIECg+wKNbKEATSO7RaUIECBAgAABAgQIECBAoL0Cak5gegEBmunNXEGAAAECBAgQIECAAIHVCiidAIHOCQjQdK5LNYgAAQIECBAgQIDA9gXkQIAAAQLLFRCgWa630ggQIECAAAECBE4V8JMAAQIECBCoCQjQ1DBsEiBAgAABAl0S0BYCBAgQIECAQHsEBGja01dqSoAAAQJNE1AfAgQIECBAgAABAnMSEKCZE6RsCBAgsAgBeRIgQICOn5e1AAAQAElEQVQAAQIECBAg0A8BAZp+9LNWEthIwHECBAgQIECAAAECBAgQaICAAE0DOqHbVdA6AgQIECBAgAABAgQIECBAYCuB9gdotmqh8wQIECBAgAABAgQIECBAgED7BTreAgGajnew5hEgQIAAAQIECBAgQIDAZAJSEVilgADNKvWVTYAAAQIECBAgQIBAnwS0lQABAhsKCNBsSOMEAQIECBAgQIAAgbYJqC8BAgQItFVAgKatPafeBAgQIECAAIFVCCiTAAECBAgQWIiAAM1CWGVKgAABAgQIzCrgOgIECBAgQIBAHwUEaPrY69pMgACBfgtoPQECBAgQIECAAIHGCQjQNK5LVIgAgfYLaAEBAgQIECBAgAABAgSmExCgmc5LagLNEFALAgQIECBAgAABAgQIEOiUgABNp7pzfo2REwECBAgQIECAAAECBAgQILA8gVUFaJbXQiURIECAAAECBAgQIECAAAECqxJQ7oQCAjQTQklGgAABAgQIECBAgAABAk0UUCcC3RAQoOlGP2oFAQIECBAgQIAAAQKLEpAvAQIEliAgQLMEZEUQIECAAAECBAgQ2EzAOQIECBAgIEDjHiBAgAABAgQIdF9ACwkQIECAAIGGCwjQNLyDVI8AAQIECLRDQC0JECBAgAABAgS2IyBAsx091xIgQIDA8gSURIAAAQIECBAgQKDDAgI0He5cTSNAYDoBqQkQIECAAAECBAgQILAqAQGaVckrt48C2kyAAAECBAgQIECAAAECBNYVEKBZl6WtB9WbAAECBAgQIECAAAECBAgQaKPAdAGaNrZQnQkQIECAAAECBAgQIECAAIHpBKReuoAAzdLJFUiAAAECBAgQIECAAAECBAgQGBUQoBn1sEeAAAECBAgQIECAQDcEtIIAAQKtEhCgaVV3qSwBAgQIECBAgEBzBNSEAAECBAjMT0CAZn6WciJAgAABAgQIzFdAbgQIECBAgEBvBARoetPVGkqAAAECBHYWcIQAAQIECBAgQKAZAgI0zegHtSBAgEBXBbSLAAECBAgQIECAAIEJBARoJkCShACBJguoGwECBAgQIECAAAECBNovIEDT/j7UgkULyJ8AAQIECBAgQIAAAQIECCxYQIBmwcCTZC8NAQIECBAgQIAAAQIECBAg0H2BzVooQLOZjnMECBAgQIAAAQIECBAgQKA9AmraYgEBmhZ3nqoTIECAAAECBAgQIEBguQJKI0BgUQICNIuSlS8BAgQIECBAgAABAtMLuIIAAQI9FRCg6WnHazYBAgQIECBAoK8C2k2AAAECBJooIEDTxF5RJwIE1hUYDAZlMPAZDBgMBgwGAwaDQWMN/F2lb9wDDboH1v0/FQ4SIECggQICNA3sFFUiQIAAAQKbCzhLgAABAgQIECDQNQEBmq71qPYQIEBgHgLyIECAAAECBAgQIEBgqQICNEvlVhgBApWAbwIECBAgQIAAAQIECBA4XUCA5nQLW90S0BoCBAgQIECAAAECBAgQINAaAQGambvKhQQIECBAgAABAgQIECBAgED3BZbTQgGa5TgrhQABAgQIECBAgAABAgQIrC/gKIEdAgI0OxD8IUCAAAECBAgQIECAQJcFtI0AgeYLCNA0v4/UkECfBAY7GutTCgMG7oHp74Ey9h/D4u+SUhiUsjSDNv/OFf8RIECgCQICNE3oBXUgQIAAAQIECBDYQsBpAgQIECDQbQEBmm73r9YRIECAAAECkwpIR4AAAQIECBBYoYAAzQrxFU2AAAEC/RLQWgIECBAgQIAAAQIbCQjQbCTjOAECBNonoMYECBAgQIAAAQIECLRUQICmpR2n2gRWI6BUAgQIECBAgAABAgQIEFiEgADNIlTlObuAKwkQIECAAAECBAgQIECAQA8Feheg6WEfazIBAgQIECBAgAABAgQIEOidQNsaLEDTth5TXwIECBAgQIAAAQIECBBogoA6EJirgADNXDllRoAAAQIECBAgQIAAgXkJyIcAgT4JCND0qbe1lQABAgQIECBAgEBdwDYBAgQINEZAgKYxXaEiBAgQIECAAIHuCWgRAQIECBAgMJmAAM1kTlIRIECAAAECzRRQKwIECBAgQIBAJwQEaDrRjRpBgAABAosTkDMBAgQIECBAgACBxQsI0CzeWAkECBDYXMBZAgQIECBAgAABAgR6LyBA0/tbAEAfBLSRAAECBAgQIECAAAECBJotIEDT7P5pS+3UkwABAgQIECBAgAABAgQIENiGQEsCNNtooUsJECBAgAABAgQIECBAgACBlgj0t5oCNP3tey0nQIAAAQIECBAgQIBA/wS0mEBDBQRoGtoxqkWAAAECBAgQIECAQDsF1JoAAQKzCAjQzKLmGgIECBAgQIAAAQKrE1AyAQIECHRQQICmg52qSQQIECBAgACB7Qm4mgABAgQIEFi2gADNssWVR4AAAQIECJTCgAABAgQIECBAYERAgGaEww4BAgQIdEVAOwgQIECAAAECBAi0SUCApk29pa4ECDRJQF0IECBAgAABAgQIECAwNwEBmrlRyojAvAXkR4AAAQIECBAgQIAAAQJ9ERCg6UtPr9dOxwgQIECAAAECBAgQIECAAIFGCCw0QNOIFqoEAQIECBAgQIAAAQIECBAgsFABmW9fQIBm+4ZyIECAAAECBAgQIECAAIHFCsidQOcFBGg638UaSIAAAQIECBAgQIDA1gJSECBAYLUCAjSr9Vc6AQIECBAgQIBAXwS0kwABAgQIbCIgQLMJjlMECBAgQIAAgTYJqCsBAgQIECDQXgEBmvb2nZoTIECAAIFlCyiPAAECBAgQIEBgQQICNAuClS0BAgQIzCLgGgIECBAgQIAAAQL9FBCg6We/azWB/gpoOQECBAgQIECAAAECBBooIEDTwE5RpXYLqD0BAgQIECBAgAABAgQIEJhWQIBmWrHVp1cDAgQIECBAgAABAgQIECBAoGMC6wRoOtZCzSFAgAABAgQIECBAgAABAgTWEXCoSQICNE3qDXUhQIAAAQIECBAgQIBAlwS0hQCBiQUEaCamkpAAAQIECBAgQIAAgaYJqA8BAgS6IiBA05We1A4CBAgQIECAAIFFCMiTAAECBAgsRUCAZinMCiFAgAABAgQIbCTgOAECBAgQIECgFAEadwEBAgQIEOi6gPYRIECAAAECBAg0XkCApvFdpIIECBBovoAaEiBAgAABAgQIECCwPQEBmu35uZoAgeUIKIUAAQIECBAgQIAAAQKdFhCg6XT3atzkAlISIECAAAECBAgQIECAAIHVCQjQLMteOQQIECBAgAABAgQIECBAgED3BWZsoQDNjHAuI0CAAAECBAgQIECAAAECqxBQZjcFBGi62a9aRYAAAQIECBAgQIAAgVkFXEeAwAoEBGhWgK5IAgQIECBAgAABAv0W0HoCBAgQGBcQoBkXsU+AAAECBAgQINB+AS0gQIAAAQItExCgaVmHqS4BAgQIECDQDAG1IECAAAECBAjMU0CAZp6a8iJAgAABAvMTkBMBAgQIECBAgECPBARoetTZmkqAAIFRAXsECBAgQIAAAQIECDRFQICmKT2hHgS6KKBNBAgQIECAAAECBAgQIDCRgADNREwSNVVAvQgQIECAAAECBAgQIECAQBcEBGg270VnCRAgQIAAAQIECBAgQIAAge4LrLyFAjQr7wIVIECAAAECBAgQIECAAIHuC2ghgc0FBGg293GWAAECBAgQIECAAAEC7RBQSwIEWi0gQNPq7lN5AgQIECBAgAABAssTUBIBAgQILE5AgGZxtnImQIAAAQIECBCYTkBqAgQIECDQWwEBmt52vYYTIECAAIE+CmgzAQIECBAgQKCZAgI0zewXtSJAgACBtgqoNwECBAgQIECAAIEZBARoZkBzCQECBFYpoGwCBAgQIECAAAECBLonIEDTvT7VIgLbFXA9AQIECBAgQIAAAQIECCxZQIBmyeCKi4APAQIECBAgQIAAAQIECBAgUBfoZoCm3kLbBAgQIECAAAECBAgQIECAQDcFOtQqAZoOdaamECBAgAABAgQIECBAgMB8BeRGYFkCAjTLklYOAQIECBAgQIAAAQIEdhZwhAABAkMBAZohgx8ECBAgQIAAAQIEuiqgXQQIECDQBgEBmjb0kjoSIECAAAECBJosoG4ECBAgQIDAtgUEaLZNKAMCBAgQIEBg0QLyJ0CAAAECBAh0XUCApus9rH0ECBAgMImANAQIECBAgAABAgRWKiBAs1J+hRMg0B8BLSVAgAABAgQIECBAgMDGAgI0G9s4Q6BdAmpLgAABAgQIECBAgAABAq0VEKBpbdctv+JKJECAAAECBAgQIECAAAECBBYj0KQAzWJaKFcCBAgQIECAAAECBAgQIECgSQLqso6AAM06KA4RIECAAAECBAgQIECAQJsF1J1A+wQEaNrXZ2pMgAABAgQIECBAgMCqBZRPgACBOQsI0MwZVHYECBAgQIAAAQIE5iEgDwIECBDol4AATb/6W2sJECBAgAABApWAbwIECBAgQKBBAgI0DeoMVSFAgAABAt0S0BoCBAgQIECAAIFJBQRoJpWSjgABAgSaJ6BGBAgQIECAAAECBDoiIEDTkY7UDAIEFiMgVwIECBAgQIAAAQIECCxDQIBmGcrKILCxgDMECBAgQIAAAQIECBAgQKAI0HT+JtBAAgQIECBAgAABAgQIECBAoOkC2w/QNL2F6keAAAECBAgQIECAAAECBAhsX0AOCxUQoFkor8wJECBAgAABAgQIECBAYFIB6Qj0WUCAps+9r+0ECBAgQIAAAQIE+iWgtQQIEGisgABNY7tGxQgQIECAAAECBNonoMYECBAgQGA2AQGa2dxcRYAAAQIECBBYjYBSCRAgQIAAgU4KCNB0sls1igABAgQIzC7gSgIECBAgQIAAgeULCNAs31yJBAgQ6LuA9hMgQIAAAQIECBAgMCYgQDMGYpcAgS4IaAMBAgQIECBAgAABAgTaJSBA067+UtumCKgHAQIECBAgQIAAAQIECBCYo4AAzRwx55mVvAgQIECAAAECBAgQIECAAIHuC1QtFKCpJHwTIECAAAECBAgQIECAAIHuCWhRSwQEaFrSUapJgAABAgQIECBAgACBZgqoFQEC8xAQoJmHojwIECBAgAABAgQIEFicgJwJECDQAwEBmh50siYSIECAAAECBAhsLuAsAQIECBBYtYAAzap7QPkECBAgQIBAHwS0kQABAgQIECCwqYAAzaY8ThIgQIAAgbYIqCcBAgQIECBAgECbBQRo2tx76k6AAIFlCiiLAAECBAgQIECAAIGFCQjQLIxWxgQITCsgPQECBAgQIECAAAECBPoqIEDT157vZ7u1mgABAgQIECBAgAABAgQINFJAgGau3SIzAgQIECBAgAABAgQIECBAoPsC82+hAM38TeVIgAABAgQIECBAgAABAgS2J+Dq3gkI0PSurNi3AwAAEABJREFUyzWYAAECBAgQIECAAAECpTAgQKBZAgI0zeoPtSFAgAABAgQIECDQFQHtIPD/2bsLeGmu+m7gZ+GFlgIhQHFLIEAoFtwhuBcnWCFIAxRrixQp7u5FggSXAKVQCMGaYsXdC8UpxYsVC7z72zxzn9l59t67e+/KzOw3nzvPjh75ntmbnf895ywBAgRmEBCgmQHLqQQIECBAgAABAgQItElAWQgQINAfAQGa/rSlmhAgQIAAAQIECMxbQHoECBAgQGBJAgI0S4KWDQECBAgQIEBgkoB9BAgQIECAAIEICNBEwUKAAAECBPoroGYECBAgQIAAAQIdEBCg6UAjKSIBAgTaLaB0BAgQIECAAAECBAjsVkCAZreCridAYPECciBAgAABAgQIECBAgEDPBQRoet7AqjedgLMIECBAgAABAgQIECBAgMAqBQRolqMvFwIECBAgQIAAAQIECBAgQKD/AjuuoQDNjulcSIAAAQIECBAgQIAAAQIEli0gv74KCND0tWXViwABAgQIECBAgAABAjsRcA0BAisREKBZCbtMCRAgQIAAAQIECKyvgJoTIECAwL4CAjT7mthDgAABAgQIECDQbQGlJ0CAAAECnRMQoOlckykwAQIECBAgsHoBJSBAgAABAgQIzFdAgGa+nlIjQIAAAQLzEZAKAQIECBAgQIDAWgkI0KxVc6ssAQIE9gpYI0CAAAECBAgQIECgPQICNO1pCyUh0DcB9SFAgAABAgQIECBAgACBKQUEaKaEclobBZSJAAECBAgQIECAAAECBAj0Q0CAZqt2dIwAAQIECBAgQIAAAQIECBDov0ALaihA04JGUAQCBAgQIECAAAECBAgQ6LeA2hHYTkCAZjshxwkQIECAAAECBAgQINB+ASUkQKDjAgI0HW9AxSdAgAABAgQIECCwHAG5ECBAgMAiBQRoFqkrbQIECBAgQIAAgekFnEmAAAECBNZYQIBmjRtf1QkQIECAwLoJqC8BAgQIECBAoK0CAjRtbRnlIkCAAIEuCigzAQIECBAgQIAAgR0JCNDsiM1FBAgQWJWAfAkQIECAAAECBAgQ6KOAAE0fW1WdCOxGwLUECBAgQIAAAQIECBAgsHQBAZqlk8uQAAECBAgQIECAAAECBAgQIDAu0McAzXgNbREgQIAAAQIECBAgQIAAAQJ9FOhVnQRoetWcKkOAAAECBAgQIECAAAEC8xOQEoHlCQjQLM9aTgQIECBAgAABAgQIEBgXsEWAAIE9AgI0eyC8ECBAgAABAgQIEOijgDoRIECAQDcEBGi60U5KSYAAAQIECBBoq4ByESBAgAABAnMQEKCZA6IkCBAgQIAAgUUKSJsAAQIECBAg0H8BAZr+t7EaEiBAgMB2Ao4TIECAAAECBAgQWLGAAM2KG0D2BAish4BaEiBAgAABAgQIECBAYCsBAZqtdBwj0B0BJSVAgAABAgQIECBAgACBDgsI0HS48ZZbdLkRIECAAAECBAgQIECAAAECixJoT4BmUTWULgECBAgQIECAAAECBAgQINAeASWZKCBAM5HFTgIECBAgQIAAAQIECBDoqoByE+iigABNF1tNmQkQIECAAAECBAgQWKWAvAkQIDB3AQGauZNKkAABAgQIECBAgMBuBVxPgAABAusmIECzbi2uvgQIECBAgACBCFgIECBAgACBVgkI0LSqORSGAAECBAj0R0BNCBAgQIAAAQIEphcQoJneypkECBAg0C4BpSFAgAABAgQIECDQGwEBmt40pYoQIDB/ASkSIECAAAECBAgQIEBgOQICNMtxlguByQL2EiBAgAABAgQIECBAgACBoYAAzRChzz/qRoAAAQIECBAgQIAAAQIECLRfYLcBmvbXUAkJECBAgAABAgQIECBAgACB3Qq4fsECAjQLBpY8AQIECBAgQIAAAQIECEwj4BwC6y0gQLPe7a/2BAgQIECAAAECBNZHQE0JECDQYgEBmhY3jqIRIECAAAECBAh0S0BpCRAgQIDATgUEaHYq5zoCBAgQIECAwPIF5EiAAAECBAj0VECApqcNq1oECBAgQGBnAq4iQIAAAQIECBBYhYAAzSrU5UmAAIF1FlB3AgQIECBAgAABAgT2ERCg2YfEDgIEui6g/AQIdFLgGsNSP2gXy/DSsZ/dpJWyjCVmgwABAgQIECCwaAEBmkULS7+PAupEgAABAvMXePswycsPl0ftcBleNvaz03RShpRlLDEbBAgQIECAAIFFCwjQLFp4R+m7iAABAgQIrKXAU1pQ6zaUoQUMikCAAAECBAgsR2BvLgI0ey2sESBAgAABAqsVeMcw+7cNl1X9JO+UYVX5y5cAAQIECMxfQIqdERCg6UxTKSgBAgQIEFgLgVX2YFll3mvRuCpJgEA/BdSKAIH5CAjQzMdRKgQIECBAgMB8BNKDJT1Z5pPa9Kkkz+Q9/RXOJEBgWQLyIUCAwFoICNCsRTOrJAECBAgQ6JTAKnqyrCLPTjVKvwurdgQIECBAYPUCAjSrbwMlIECAAAECBMYF0pMlPVrG9y5uK3klz8XlIGUCBAgQIECAwDYCAjTbADlMgAABAgS6INDDMi6zR8sy8+phU6kSAQIECBAgMA8BAZp5KEqDAAEC/RdQQwLLFkiPlvRsWXS+ySN5LTof6RMgQIAAAQIEthQQoNmSx0ECBJYnICcCBAjsI7CMni3LyGOfitlBgAABAgQIEGgKCNA0RWz3V0DNCBAgQKBrAunZkh4uiyp30k4ei0pfugQIECBAgACBqQUEaKam2v5EZxAgQIAAAQJzF1hkD5dFpj13CAkSIECAAAEC7RFYREkEaBahKk0CBAgQIEBgXgLp4ZKeLvNKr0onaSbtatsrAQIECBBok4CyrKGAAM0aNroqEyBAgACBjgksoqfLItLsGKviEiCw3gJqT4BA2wQEaNrWIspDgAABAgQINAXS0yU9Xpr7d7qdtJLmTq93HQEC0wg4hwABAgRmEhCgmYnLyQQIECBAgMCKBObZ42Weaa2IQ7YRsBAgQIAAgT4JCND0qTXVhQABAgQI9FcgPV7S82W3NUwaSWuadJxDgAABAgQIEFiagADN0qhlRIAAAQIEmgK2ZxSYR8+XeaQxY7GdToAAAQIECBDYXkCAZnsjZxAgQKC7AkpOoF8C6fmSHjA7rVWuTRo7vd51BAgQIECAAIGFCQjQLIxWwgTWQ0AtCRAgsGSB3fSA2c21S66m7AgQIECAAIF1ExCgWbcW7159lZgAAQIECNQF0gMmPWHq+6ZZzzW5dppznUOAAAECBAgQWLqAAE1ZurkMCRAgQIAAgd0J7KQnzE6u2V0pXU2AAAECBAi0TKDdxRGgaXf7KB0BAgQIECCwr0B6wqRHzL5HJu/Jublm8lF7CRAgQIDAvASkQ2AXAgI0u8BzKQECBAgQILAygVl6xMxy7soqJGMCBAhMI+AcAgT6KyBA09+2VTMCBAgQINBngfSISc+Y7eqYc3Luduc5ToDACQL+JUCAAIEVCQjQrAhetgQIECBAgMCuBabpGTPNObsuiARmEXAuAQIECBAgMElAgGaSin0ECBAgQIBAFwTSMyY9ZMbLuncrx3LO3j3WCBAgQIAAAQItFRCgaWnDKBYBAgQItFdAyVolsFUPma2OtaoSCkOAAAECBAgQEKBxD6ybwB+HFbaUwqDdBtpH+7gHpr8H3j78vb7ZT46xnN6SFSv3gHugjffAZr/j7SfQOwEBmt41qQoRmEbAOQQIECBAgAABAgQIECDQJgEBmja1Rp/Koi4ECBAgQIAAAQIECBAgQIDA1AKdDdBMXUMnEiBAgAABAgQIECBAgAABAp0VWJeCC9CsS0urJwECBAgQIECAAAECBAhMErCPQCsEBGha0QwKQYAAAQIECBAgQIBAfwXUjAABAtsLCNBsb+QMAgQIECBAgAABAu0WUDoCBAgQ6LyAAE3nm1AFCBAgQIAAAQKLF5ADAQIECBAgsFgBAZrF+kq9YwJ//OMfi4WBe8A94B5YyT3g96//B7kH3APugTW8Bzr2uKC4BBYqIECzUF6JEyBAgEB7BJSEAAECBAgQIECAQHsFBGja2zZKRoBA1wSUlwABAgQIECBAgAABAjsUEKDZIZzLCKxCQJ4ECBAgQIAAAQIECBAg0E8BAZp+tutOa+U6AgQIECBAgAABAgQIECBAYAUCSw7QrKCGsiRAgAABAgQIECBAgAABAgSWLCC7WQUEaGYVcz4BAgQIECBAgAABAgQIrF5ACQj0TECApmcNqjoECBAgQIAAAQIECMxHQCoECBBYpoAAzTK15UWAAAECBAgQIEBgr4A1AgQIECCwISBAs0FhhQABAgQIECDQNwH1IUCAAAECBLoiIEDTlZZSTgIECBAg0EYBZSJAgAABAgQIEJiLgADNXBglQoAAAQKLEpAuAQIECBAgQIAAgXUQEKBZh1ZWRwIEthJwjAABAgQIECBAgAABAisXEKBZeRMoQP8F1JAAAQIECBAgQIAAAQIECGwtIECztU83jiolAQIECBAgQIAAAQIECBAg0GmBqQI0na6hwhMgQIAAAQIECBAgQIAAAQJTCThpdQICNKuzlzMBAgQIECBAgAABAgTWTUB9CRDYRECAZhMYuwkQIECAAAECBAgQ6KKAMhMgQKCbAgI03Ww3pSZAgAABAgQIEFiVgHwJECBAgMACBARoFoAqSQIECBAgQIDAbgRcS4AAAQIECKyfgADN+rW5GhMgQIAAAQIECBAgQIAAAQItExCgaVmDKA4BAgT6IaAWBAgQIECAAAECBAjMIiBAM4uWcwkQaI+AkhAgQIAAAQIECBAgQKBHAgI0PWpMVZmvgNQIECBAgAABAgQIECBAgMCyBARoliW9bz72ECBAgAABAgQIECBAgAABAv0XmKqGAjRTMTmJAAECBAgQIECAAAECBAi0VUC5+iAgQNOHVlQHAgQIECBAgAABAgQILFJA2gQILFxAgGbhxDIgQIAAAQIECBAgQGA7AccJECCw7gICNOt+B6g/AQIECBAgQGA9BNSSAAECBAi0WkCAptXNo3AECBAgQIBAdwSUlAABAgQIECCwcwEBmp3buZIAAQIECCxXQG4ECBAgQIAAAQK9FRCg6W3TqhgBAgRmF3AFAQIECBAgQIAAAQKrERCgWY27XAmsq4B6EyBAgAABAgQIECBAgMAEAQGaCSh2dVlA2QkQIECAAAECBAgQIECAQPcEBGhmbTPnEyBAgAABAgQIECBAgAABAv0XWHINBWiWDC47AgQIECBAgAABAgQIECAQAQuBuoAATV3DOgECBAgQIECAAAECBPojoCYECHRIQICmQ42lqAQIECBAgAABAgTaJaA0BAgQIDAvAQGaeUlKhwABAgQIECBAYP4CUiRAgAABAmsiIECzJg2tmgQIECBAgMBkAXsJECBAgAABAm0QEKBpQysoAwECBAj0WUDdCBAgQO6x6qYAABAASURBVIAAAQIECGwrIECzLZETCBAg0HYB5SNAgAABAgQIECBAoOsCAjRdb0HlJ7AMAXkQIECAAAECBAgQIECAwEIFBGgWyivxaQWcR4AAAQIECBAgQIAAAQIE1llgXQI069zG6k6AAAECBAgQIECAAAECBNZFoLP1FKDpbNMpOAECBAgQIECAAAECBAgsX0COBBYjIECzGFepEiBAgAABAgQIECBAYGcCriJAYC0FBGjWstlVmgABAgQIECBAYJ0F1J0AAQIE2icgQNO+NlEiAgQIECBAgEDXBZSfAAECBAgQmFFAgGZGMKcTIECAAAECbRBQBgIECBAgQIBAvwQEaPrVnmpDgAABAvMSkA4BAgQIECBAgACBJQoI0CwRW1YECBCoC1gnQIAAAQIECBAgQIBAJSBAU0l4JdA/ATUiQIAAAQIECBAgQIAAgY4ICNB0pKHaWUylIkCAAAECBAgQIECAAAECBOYh0O4AzTxqKA0CBAgQIECAAAECBAgQIECg3QJKVwRo3AQECBAgQIAAAQIECBAg0HsBFSTQdgEBmra3kPIRIECAAAECBAgQINAFAWUkQIDArgQEaHbF52ICBAgQIECAAAECyxKQDwECBAj0WUCAps+tq24ECBAgQIAAgVkEnEuAAAECBAisTECAZmX0MiZAgAABAusnoMYECBAgQIAAAQKTBQRoJrvYS4AAAQLdFFBqAgQIECBAgAABAp0UEKDpZLMpNAECqxOQMwECBAgQIECAAAECBOYvIEAzf1MpEtidgKsJECBAgAABAgQIECBAYO0EBGjWrslLUWUCBAgQIECAAAECBAgQIECgXQKLCNC0q4ZKQ4AAAQIECBAgQIAAAQIECCxCQJpzFBCgmSOmpAgQIECAAAECBAgQIEBgngLSIrA+AgI069PWakqAAAECBAgQIECAQFPANgECBFoiIEDTkoZQDAIECBAgQIAAgX4KqBUBAgQIEJhGQIBmGiXnECBAgAABAgTaK6BkBAgQIECAQA8EBGh60IiqQIAAAQIEFisgdQIECBAgQIAAgUULCNAsWlj6BAgQILC9gDMIECBAgAABAgQIrLmAAM2a3wCqT2BdBNSTAAECBAgQIECAAAECbRYQoGlz6yhblwSUlQABAgQIECBAgAABAgQI7FhAgGbHdMu+UH4ECBAgQIAAAQIECBAgQIBAXwX2Bmj6WkP1IkCAAAECBAgQIECAAAECBPYKWGulgABNK5tFoQgQIECAAAECBAgQINBdASUnQGB2AQGa2c1cQYAAAQIECBAgQIDAagXkToAAgd4JCND0rklViAABAgQIECBAYPcCUiBAgAABAssVEKBZrrfcCBAgQIAAAQInCPiXAAECBAgQIFATEKCpYVglQIAAAQJ9ElAXAgQIECBAgACB7ggI0HSnrZSUAAECbRNQHgIECBAgQIAAAQIE5iQgQDMnSMkQILAIAWkSIECAAAECBAgQIEBgPQQEaNajndVyMwH7CRAgQIAAAQIECBAgQIBACwQEaBbcCJInQIAAAQIECBAgQIAAAQIE+i+w2xoK0OxW0PUECBAgQIAAAQIECBAgQGDxAnLouYAATc8bWPUIEOivwC9+8Yty6KGHlsFgsJTlzW9+c+cxU4fBYK9X/OK46oo9/vGP37QNH/SgB82teD/84Q/L+c9//ol5xWZuGUmIAAECBDoqoNgECKxSQIBmlfryJkCAAAEC2wi8/e1vLz/5yU+2OWu6w5/85CfLF77whelOdhYBAq0W+PznP1/udKc7lf/5n/9pdTn3KZwdBAgQILCpgADNpjQOECBAgACB1QskqPK5z31uLgV505veVP74xz/OJS2JEGirQN/L9d///d/lrne966g33Dve8Y7yhz/8oe9VVj8CBAisjYAAzdo0tYoSIECAQBcFfv/735djjjlm10XP8KZ3vetdu05HAgUBgZUJfOpTnxoFZp773OeurAwyJkCAAIHFCQjQLM5WygQIEFiowClOcYpy3HHHjXpEpFfEdsvjHve4sfKc/exnL9/97nenvv7617/+2PU2FiWwb7oJrPzv//7vvgdm2JOeOIY3zQDmVAItFEjA9je/+U0LS6ZIBAgQIDAPAQGaeShKgwABAl0SUNbWCwwGg3KSk5xko5yf+MQnSuab2Ngx40qCd2984xtHwbhcOhgM8mIhQIAAAQIECBBokYAATYsaQ1EI9EVAPQgQ2J3A2c52tnLd6153I5Hf/va35dhjj93YnnXl+9//fkkvnOq6Qw89tJzlLGepNr0SIECAAAECBAi0QECApgWNoAgzC7iAAAECvRe40Y1uVAaDvT1d3va2t5WdDnNKD5wvfelLG2Y3velNy4lPfOKNbSsECBAgQIAAAQKrFxCgmdgGdhIgQIAAgdUKHHLIIeV85zvfRiESZNnJMKcMb/rXf/3XjeFNBx98cLnsZS+7ka4VAgQIECBAgMB6C7Sn9gI07WkLJSFAgEBnBH73u9+VD37wg+Xv//7vSwIJmbB4MBiMenwMBoNR74wDDzywHH744eXtb397yfllxv+OP/748pnPfKbc6173Kuc+97lHaQ4GJ+Rx0pOetCTQkGMf+tCHSs6dMfmpT0/ZH/awh23UbTA4oQxXucpVyo9//OOp05n1xNOd7nTlqle96sZlOx3m1BzelDST9kbCO1iJySLa/81vfvOY8+Mf//iN0qWNP/CBD5Rb3OIW5fSnP/3GeekJlPvjH//xH8u3vvWtjfNnXUkg6+tf/3p58pOfXK52tauN5TEYnNDmyTfHXvjCF5Yf/ehHs2axcX7q8s53vnOfuuS+vvSlL11e/vKXl1/+8pcb52/lsnHSFispa8qctOvv1cou76ME/2KwRTJjh9I2g8EJLoPBoKSM1Qn/93//V175yleW5Jc6DQYnnHea05xmVOe0Ywyq8+uvKWva4EIXutDYe/4c5zhHufe9772rNk6e+X1xl7vcpSS9weCEcg0Gg5KypW2b9vWyTVr/xS9+UQ499NCN+zHp5muwq3Or+uT3ZNPiWte61sgt76fq/EmvsR0MTijrxS9+8fKrX/1q47RvfvOb5cxnPvNG/ic/+cnLxz72sY3jVggQaImAYhCYUuBEU57nNAIECBAgUPLg9cxnPrP8+Z//ebnMZS5TnvrUp5Z87Wv9YTJMf/jDH8rXhw+7L3nJS8o1r3nN0fmvetWrpg6k/Pu//3u5wAUuUPKQ9oxnPKN85StfKUkzaWfJA02G7ORYHgLPe97zlne/+90bvURyzjyWPLCmjg9/+MPHkrvyla9cXve6140e6sYOzHnjL//yL0cPXlWy+dauPBBW29O8pudNrHLuYDAo17ve9cqJTrSz//0vq/1T1vry5S9/eXS/Xe5ylyuvec1ryg9+8IONw7kvcn88+tGPLvlmspvf/OYzBc7Sxu95z3vKRS960ZKg4n3uc5/RfD31PKrMsi9z+dzpTnca3dP3uMc9ys9+9rPq8FSvubdzv1796lffpy65rxNA+Ku/+qvRQ3fqmvJNlfCEk1K2lDHv15Q5adffq5Vd3kfnP//5y6UudaldT0ad3lpnPOMZy61vfeuS/FKnqmg/+clPRnVOO+b3wve+973q0Oh3Q8pxpjOdqaQNEpxN+aoTEoh4ylOeMmrjRz3qUTMFfWOY3w9xz++L5z3veSXpVWnnNWVL28b+1Kc+dXnCE54w+n2XYztZUu8nPvGJpapPfk9mX5VW8su8UnmPp33ilnJWx70SmFXA+QQI9ENgZ5/Q+lF3tSBAgACBGQS+/e1vlyte8Yrlnve858wPpXlQvNWtblXufve7b/lglQeUPJSmd8oXv/jFqUv31a9+ddTbJIGU+kPQ1AlMODFlyQPWP/zDP4wdvcIVrjDqHZC/uI8dWMBG/upeH+b0kY98pFTBlmmySx3qD355QL3IRS4yzaX7nLOM9t8n0+GOt7zlLSVlTt2Hm9v+HH300aP79Bvf+Ma25+Zeue9971uudKUrlXwN+bYXNE541rOeNRouNk1eaYucn3s792sjqX02855Jb6HHPe5xo+DFPidssyNeCXImz21O3Ticay54wQuWXJPybhyYYiXnJ4By/etff6rfDwmG3OY2txnNq5R2yO+G9OTJ+nbZPfjBDy73v//9pwrIJqiYnjfpOTaNe/JOGfK+z++73PfZN8uSuaLy++5+97vflr/vqjTT1nGLXxyr/S17VRwCBAgQWIKAAM0SkGVBgACBrgvkgePwww8vH/3oR/epSobL3OAGNyh//dd/PVqynr9A73PicEf+cp3u+sPViT95QMzwg/pfznNi0ku6VR552Kp/DXXOyfKIRzyivOENb8jqrpY8JKX3zwMe8ICxdBKcee1rX1vSQ2DswII28pf11LVKPkMbMjSm2t7uddLwpgzT2e665vFltX8z3/e+970lD/Gpd3Us5U8vmdwLuScypKM6Vr1+7nOfK4985CPL73//+2rXPq9p4/SOynCa5sGkmd4kySPLbW9723Kuc52redpoe5q8cmLuywQgmvd27uO0cfJJvVK/nF8tD3zgA0t6jFTb07x++MMfLte4xjUmDgdKPVKf5DfJL+VLr5sEJ2M0TX45J0OaEpDIerVkOE7ySX4Z+lPtr14TpHnOc54z6on33Oc+t9pdYpKy5dq8Znvj4J6VBJEyzG7P5sSXBFpinnZunpA2rtzvcIc7lPQgap6T33cJqE0TgKuuTUDob//2b0c97Kp96bF2yUtecvT7cbO8cu5DHvKQ8vGPfzyrY0u+1S0WWW54wxuO9arLsKkEg3IsS3pKnfa0px273gYBAgQIdEdAgKY7baWkBAgQWJnAc5/73NGwj3oB0jX/v/7rv0qCAG984xvL85///NGS9czNkh4w+Qt0/Zo88OW8PMTU92f917/+dXnsYx9bfvrTn2ZztJzznOcsGaKTeRySbq7NkiBFhmq84AUvGD3MjU4e/pP08zCWgMJwc8c/eZi+4x3vODasKg+beQhdVnCmKnycB4NBtVmOOeaYMu0wp9hVPW4GgxOGNw0Ge9PaSHSblWW0/6QipPdMdT9c4hKXGA2ny7CY9LLKfZB7Im2d+VWaD/Gvf/3rS+7BjXQbK3kQTo+r+u48CGfOpKSZh//kkSXBugyjyv70rKhfk/Xt8ko75ME5wY+cnyXlzTwuSTP3c/JJvVK/BC4SSMl5WWaZUyTBhAS1KrdcnyU9VH74wx+OhgumPsmv8kudU/ecVy0JTm4VTK3Oq15T9qp+d73rXUvySsA1+SS/r33tayXfRLb//vtXl4xeE4CqTP/sz/6svOIVrxgNLUrZcm1eY5TgxeiCPf9kTqacm/f8nl1jL9mf3wVHHnnk2P64pr5Js3LP/fPZz352VOaUvX7Bf/7nf44CK9O+5zIMLkOXkkbaOL/T0kMmw71SnyqvzJeUAFHOq5YEIl/84hfv0zMoPelybZbMtXSyk52sumTIGr8wAAAQAElEQVQULH7Sk540+t2b409/+tPLAQccsHHcCgECBAh0S0CAplvtpbQECBBYusD//M//lKOOOmos35vd7GajvxAfeOCBY/vrGxlOkweym9zkJvXdo4fs+iSa1cE8wGUukGo7D3L/8i//UvJwMhjsG1TIw0+CKC972cvG/qKc3gN5MKzSmfU1D9vpyVA9bOb6BGf++Z//uZz1rGfN5sRlUTtT/50Mc8oDan14U9JIPWYt57Laf6typZ0zd0vmJBoMxu+FTHSbXgmZ4yg9Fap0EqBIgKfarr/GJg/CeSCu9meukMxTkrlhkma1v/663377jYKIuba+P3lljpH6vmo9vTjykJ5zqn37779/eetb31rS46T+sJ3jg8GgpNfG+973vpIeW9k37ZIeQ+k5lKBCdU1MXv3qV5fM7zKpZ0XqmjrnfVPPL/d/eu4kOFqlNc1rgk7PfvazSzOvwWAwmo8q5aunk7bIdkz+7d/+raQ3SMqUfdUSowQmDj/88GrX6DXnb1a+SQG4zB2Veqa+zTySYMqcsqd945Z9Wd7xjneUBIqyPu2S+hx33HGjoVjprdO8Lr9L8rumGaTJe/a73/1u83TbBAgQILAmAgI0a9LQqkmAQOcFVlaBTNZZ9cJIIfLgkb9mJ0CS7a2WPFilu///+3//b+O0/OV60kNVJhVOz5vqxAtf+MJlmr8Ep4dJhnNU1+WBLw9u1fYsr/mLerOnQ4IaqwrOpOw7HeaUnk3piZE0suRBMGllfZZlWe2/WZky9OQxj3lMyb202TnZf53rXKfkwTvr1fLpT396n94IOZb7r3mPpCfHQQcdlMNbLoPBoGTYTe6L+onf2GTOmwyTSaCxfm4CNvnGoPq+5np6ar3oRS8aTTLbPLbZdnoM5aG/fjx5JeA4GIwHturnZH1Sfgl0JjiR49Msmfg3w6MGg83zSjslr2Z6KWeGATX3V9v5fZOJhweDvWmnt1F6rFTnVK/5HZAgSz0Al2/6yr7t5o4aDAbldre7Xcn9UKWX1wypyu+urE+zpD6Xvexltzz1VKc61WhC5MFgb53yvhWg2ZLNQQIECPRaQICm182rcgRmEXAugckCmWMmwyMyJ0fW8xB88MEHTz55wt4MKTjzmc+8cSTDm/JgtbFjz0r++r9ndfSSIUzpfTDa2OKfPLhnKFXmqUlQJ70p8k0tW1wy8VD+sp6eQfWeDgkO5Nua8tfuiRctaWeCUIPB3oe4BBfiuFX2GVKRB/acMxgMStLI+qxL2nwZ7b9ZufKtOs15WSadm/vgYhe72Nih73znOyX30djO4UZ6R9zylrccBVrOcpazlMyPksDB8NBUP7nX/uIv/mLs3HoQs34gPSIyHKfal/dR8q62t3pNwKgZKNjq/Nyr9fs3w8LS+2gw2HvvbHV98jviiCPGTkkPtQw/HNu5yUZ6uKQdNjk82p22TO+60caef+KfSXL3bG76kraKfXVCylUPwlT7E+xt9nhJUDn5VOds9ToYDEp+jyS/6rz8fkjAqtre6jX5TFOfpHGe85ynnOEMZ8jqaMn7etLvx9FB/xAgQIBA7wUEaHrfxC2qoKIQINBJgQQ9Mjwic3Lkr7uZJLfeI2Zelcpf1esPd+l5kPkUpgnS5CE2vW/yTTyZ42Hah6Oq7Hn4yl//6w+3Cc5kiEwetqrzVvV6yCGHlAxRqvJP8GWrb6RJD4L0+qnOz7VJo9qe5XVZ7T+pTLnPLne5y006NHFfM2gy8aThzvSiyJCZPMTnW3ryQJ/5joaH5vrzk5/8pGS+k3qiN7rRjUp6TtT3bbWewFHeG1udk2OZIyVDarJeLRlemGE71fY0r+nZE/fq3AwVmqZHR0xzr1TXbfb6p3/6p6XZkyu9kepBis2uTe+9U5ziFJsd3tifXl8JzlU78h7O8KZqe5rXzMlTD/TmPZXA6DTXTlufpJWA06oDwCmHhQABAgTaIXCidhRjPqWQCgECBAh0VyB/Sc4cI/UaZBLXBBee8IQnlDxE5yGpfnwe65///OdLejTUgzNnP/vZy5ve9KZRz4p55LHbNPJAmyFKVTopa/NhvDqW1zxQ1x8mc23SyLEuLXloP+CAA6YucuaImfrkJZyYnhCZSLvKKoGPWQJOuS4GCRZmfaslwdNmL57m+2mr66tj8U6e1XbmIKrXodrffE2Aa5pAUgyac7Kkh132N9Pc6XYCmPVr0zMowZ36vu3WU56LXvSiY6clAJxeO2M7J2zkulw/4dA+uzJ0q+mxz0l2ECBAgMBEgT7uFKDpY6uqEwECBFYskF4vn/vc50rmDslfrr/5zW9uW6L0KshQmuaJ6SmSb3nJhMSnPOUpyy1ucYuSb5eZZT6IZprV9pe//OWS3jbNB9CU9wMf+EB1WiteM0RpMBhslCVDZzIcYmNHbSXf+lPNiZIHxcxBUju88NWdtP+kQv3Jn/zJ2Ld0TTpnWfsSHEzg6+Uvf/lostu8bpd3enGkF011XgIfCYBU29O85uF9mmtStnxzUpXmYDAYfbNPhizNsuS9Vp/XJfVOkKZKd7PXlDPBhs2Ob7W/PpRoq/OmOZahks1AVX6H/N3f/V2ZxSHn5tvc6nkmCLbZe65+XnoJ1betEyDQWQEFJ7B0AQGapZPLkAABAv0QyINbJlvN8KB8S0y+kSbDIzLU4aQnPWm5wAUuUB70oAeV5sPSVrU/7LDDyl3ucpdNT8l8Ivk63wQr8hfxzIWT3jX5ytpNL9riQL5NKg9dk0556EMfOuq1M+nYKvZliFJ6E1V5p5dAHjyr7eo17VIf3pTrpumBUV0/7WvymXf7N/POMJM8+Df3L3I7Q4XyLUgZ/pR7K/dkhshk3poEEjInToYt5VuOtitHvl45TtV5+eagLNX2tK+Z4Ha7cxMISnCiOi/5pg75mulZlle+8pWlPmdO0sswsLxutaSHVhsCE+nhUg9UpczpfTeLQXVuAp25vlryuyLpV9ubvU7TXptda/+6CagvAQIExgUEaMY9bBEgQIDAFgLpGZHeK5e//OVLembkoaya9PSJT3xiybcG5UFxiyS2PJS/wOfbUvKQOM1wlQR/8hf/DElK8CLflnP88cdvmcdmB/MAXj+WXjUZYpU61/evaj3WGapU5Z9hTu9///urzY3X9KSoD2/KN1xlnouNE3axEotFtv8uirbjSxPIyDC329/+9iXzm6SXVobbZa6Y3FuZcyk9qnaSQQI99euqXmD1fX1ZTyAtvxP6Up/e1ENFCBAgQKBTAgI0nWouhSVAgMBqBPIQ++53v3s0UW16ryQwME0PgpQ280s0gx/Zv9mSHgaZEyZ/Bc88MPWJOje7JvvzjUU3vOENS74mOz1tsm/aJT018g0t97rXvcYueelLX1qOOeaYsX2r3Ij9YLB3mFN8mn/Rz1/968Obrn3ta++6yMts/10XdoYE0jMkE+mmh9FRRx018RufJiWX3lvTBBAnXdu3fepDgAABAgQIzE9AgGZ+llIiQIBALwXycP7sZz+75Ou1Jw2pqVf6TGc60+irix//+MeXDMHJfA35NqadfEtJetNkfpj/+I//KEnnHe94R7nzne9c8jW99Tyb63nQvs997lPqwz2a59S3E5xJoCMTe9773vcumVC0Op4gVL4hKkMbqn2rfM1wpfQUqsqQb9b62te+Vm2WtNW8hzclzVW0/55KLewlE75e9rKXLXWvSZml91F6id33vvctb33rW0sCh+kllmDgpPPr+5pDXdJWP//5z+unLGw9vcrSmyrtt9slPYkWVtAlJPy4xz1u9N7YrUMCn/kdt4Qiy4IAAQIE1lRAgGZNG161CRAgMK1A5pjJA1qCFfVrEizIg3u+0jYPnXn4yQNh5r3IfDSXvOQly7zmpEg6md/muc99bsmEpXlIztCTDN+Z1Dsnc+KkR029vJPWz3SmM5WUN3XJ8QRrMvdM1qulmuw49av2req1Oczpxz/+cXnPe96zUZz414c3Xfe61y0JMGycsIOVNrT/Doq95SWZYPqe97xnac5ddLrTna7k3o1h7rHc8zFOICzz0aQ30mlPe9ot064fPNnJTlbfLBl+l2Vs5xQbzaFSky5pDi9KEKktgcVJ5V3UvsFgMBp+WU9/Gr/6+dYJECBAgMCqBARoViUvXwIE1kOg47VML5SnPe1p5Ve/+tVGTdKzJcGRj3/84+Vv/uZvRpMBZ+6OjROWsJKH5Jvd7Gbl2GOPLXkQvdWtbjWW609/+tOSiVzHdk7YyFwjWeqHMuTlete7Xn1Xec5znlPe9773je1b1cZWw5zqw5syUfM1r3nNXRWzre2/q0oNL86wtfe+973Dtb0/6Z2VHhLp/XXooYeW3GODwd7hZHvPnH4tw/syp011RYKLX//616vNqV4zhC2TWW93cjOvBE1Tn+2u69vxzIXT/Narr3zlKyWTP/etrupDgAABAv0TEKDpX5uq0ZoJqC6BRQpkctTjjjtuLIv0prnpTW9aBoPpHl4zz8cPfvCDsTSaGxnClKEmd7vb3Up6s2QYwbQBkcwF8oxnPKNc5CIXGUv2U5/61Nj2tBvp9fCIRzyi7L///huX5Ftt8o1U6XmxsXNFK/GpD3NKoCw9Z9LDJ4ZVseLxF3/xF9Xmjl6X1f47KtwOL0rQ6XWve93Y1Ze4xCXKox/96JK2HzuwyUaCH5lEepPDG7szzOi85z3vxnbyztCqjR1TrKRt08bbnZpvmEoPsPp5CVLmvqjv2279s5/9bMn7L8MSM4wrPYpyH2x3XZuOpz3r5cnvglkDY3G7+93vXvKtdHnP3fGOdyz5Brm0YT1t6wQIECBAYJ4CAjTz1OxnWmpFgMAaC+ThMEM9KoLBYFCudKUrTR2cyXXVXDRZ32zJsI+nP/3p5Z/+6Z9KHqa+973vlUxEvNn5zf3p7XDBC16wuXvH23kgy4NpPYH0uEj58uBW37/s9eYwp1hlnp60VYbmVOW51rWuVU51qlNVmzt6TZrLaP8dFW6HFyW48o1vfGPs6kxEnXtobOcWG7k+gYwtThkdyvCyy1zmMqP16p+Xv/zlZZZA3wc+8IGSNq6u3+w15b/yla88dvgNb3hD2W7eqPoFubcThEh+3/nOd0q+Fe2FL3zh1JMn19Na5frlLne5sQBretSlXqnftOWKW/zSQy+/k170oheNfic1h5JNm57zCBAgQIDANAItCNBMU0znECBAgMAqBDK8IsGTKu884Pzud7+rNrd9zdCCxzzmMduelyFSeaiqn/j617++/OhHP6rv2nQ9wxfy0Fw/od5zob5/mvXBYFCOOOKI0vxLfOYhmbUHxDT5zXpOc5hTes5knpTKYB7Dm1KmZbV/8lrWkvu5PmQv+Ta3s2+zJfd/eljloX+zc+r7841kaY9qXwKWb37zm6vNLV/T+yw9e7Y8ac/BwWAwmqC7PidThkblnk2Z95y25Uvu7Wc961lj51zxilcsBx544Ni+tm+c61znKpe//OXHYcHV0AAAEABJREFUipl65ZvaxnZuspFeMk9+8pNL/KpT4nrjG9+42vRKgAABAjsWcOFWAgI0W+k4RoAAgTUXyKSpCZ7UGTL/zDQPfAnOZIhE/SGnSmfS9Zn3pf4gm4epBzzgAWXSuVU61etb3vKWscly81fuPFhWx3fymh4JeTjOg1l1fR7KM8QrAaFq3ype08OnPswpVs985jM3ijKP4U1JbJntn/yWsWQYU4bw1PNKz6NphsBkKN497nGPcvTRR9cvH63noT4BzNFG7Z+LX/zio8BJbVdJGukZU9/XXE8vm7/7u78r00x2XV2boMR1rnOdanP0euSRR46Gb233PspkyPkWs9zjowuH/+TezzxTmaR7uNmZn7RxJoFO+atCp14Jln3hC1+odk18TRsmOPz85z9/7Hhc821eYztbsJHhl7kvW1AURSDQHgElIdBhAQGaDjeeohMgQGDRAplsszmPyVFHHVXuda97lZ/97GcTs0+vl/QwyHX5BqRJJ036VpVJD7J5uDzssMNKvp54Ujp5MMlX6GaS4DxYVedc61rXKhe72MWqzR2/ZrLY2972tmPXv+Md7ygZpjK2c8kbzWFOmSPk3//93zdKcaMb3WjXw5uS2DLbP/ktY8kksglk1PPKfDIx+/znP1/fvbGe4Ea+7SvD6J73vOdt7K+vZEjQL3/5y/qu0Xom1U6gsT6nUYIFubcyZC738OjEPf/kPv70pz9dcrw5V86eUzZ9SWAi7716Xjn54Q9/eEmw9Etf+lI2x5bk9+53v7vkW9cSqKofzLwrKUd9X1fWM9wrveDq5U075/dMhm013XNefqclsHOLW9yi5Bu8si9LPB/84AdPPUdRrlnU8md/9mdj346X4WgZvpWeYYvKU7r7CthDgACBRQkI0CxKVroECBDogUDmMMlEmc2q5FuNMr/GhS50oZKHuDwIJZCSiUoTPMhXVeehNtflAfUc5zhHVjeWSQ8TOS/X5fqNE4crGb5zznOesyTt5JG8kmfyTu+ePPwu6mEqZcrkwM0eF3kITg+hYfFW9tMc5lQVJA9wV7va1arNXb0us/13VdAZL77NbW4zmgi3flmG95z//OefeJ+lB0kCOJmXpLrmoIMOGpuLKfd0gh3V8fprejQ99rGPre8a9QzLpNgxTnvlvs79fcYznrFc+MIXLilPdcFgMN2E3Dk/eb3gBS8o9d4j2f/Wt761HHzwweUMZzhDST5VfpkE96pXveo+c9UkYJPATt4Dub5rS3rRJXibutXLnuFsd7rTnUp+d6RHTByyZDhj2iJDoernxzHDNONR37/g9U2TT6+2Mw7vkfoJD3zgA0cB2UxKneFdmS+rftw6AQIECHRHQICmO22lpAQIEFiJQB7m7nKXu+yTd4Iin/nMZ0omz0xPlwx9yqSy9RPzsJDJfvNX6fr+9KyZ9DCbB+RXvepVYxN8Vtcl7eSRvJJn8k4ZquN5TXAnwxPm+TCVB/GHPOQhSX5jybCtPBRVQaiNA0tcOeSQQ0p9mFOVdR40dzP/TpVO9brM9q/yXPRr2jQP4pOCD9vdZ7kmE1qn10Ie8quyppdXhiVV283XfI33k570pObuUaDmXe96V8l9nfv7+9///sY5CQ5kmF2zx8/GCZus5Kvi3/SmN5UE65qnJP3Xvva1G/mlN0/znPQyyfuoGZhsntf27QRcUo9861yzrPnd8eEPf3jkEPuPfvSjzVNGQa609aTff/ucvKQdGXp59atffZ/c0nvrW9/6VkkvofSo2+cEOwgQIECgEwICNJ1oJoUkQIDA6gTyQJqvsc5ko1mfpiTVV18niJKAQXq7DAZ7ewEkaJMH4UlppTfBJz7xiXKFK1xh0uFN993sZjcrue4qV7nKpufs9EB6XDQfijL8JN/ystM0d3tdglHN3gFJ89rXvvaod0DW57GkzWdu//32K7lmJ+0/jzJPk0YmfM1wtQQRpzk/5xx++OGjB+AEHNNb4WxnO1t2j5YMcfr4xz8+Wp/0z2AwKH//939fEoyZJs+0b8qXvBKoqaeZNqlvT1q/7nWvWzKkKe+LSccn7Uu6j3/840fzOZ31rGeddErn9iVI8+pXv7q88pWvLOl9Mm0F8nsr9296EA4Ge393TXv9os4bDAbl/ve//5a/HzcbqreoMkmXAAECBOYnIEAzP0spESBAoLcCeXC7733vO/pWk6c97WklQwMyl0e9wnlgvd3tbleOPfbYkq9mzkSomRMj52TujnqvjnzbUHO+i5xXLQcccMDoITF/CU6vg+SXIVXV8bxmO/tTnszDkN4Hi3qoTE+JRz7ykWM9EtID6GEPe1jJN+2kPKtYmsOc0mMiAa55l2XZ7T/v8m+W3pWudKWSSWPT2yS9TpoP8LnHEgTLkKHc0y9+8YtLdY+lJ0PmOamnnbmJtupVNRgMSgKI9TyTR5VGnHNPv+IVryi593Nudaz+eu5zn7u+uel6ypr3Rd4feZ8k7Xp+uTB1vuY1r1ly3k9+8pNyv/vdrxVzraRs81pOfOITl0wQnCDa+973vpLfU/kdUw98xT6/o1L/BLbybVuZR2teZZhnOhnilN+zz372s0t+t9brkXxS/kxanXULAQIECHRLQICmW+2ltAQILEegl7nk24cSVKiWBElmHcKQh9JMEPzBD36w5JuMqrTymvSOOuqoco1rXKPkYaeOmHkv8lCa86olvVLq50xaTw+FfLNM8su3zFTX5jXb2Z/yJP1J1zf3Xf/61y+5tlqOO+64qXub5OE2wwiqa/OaOuUhuJnPrNs7bZsEYzJUI2XJkvJNMzly2j3tlWuqJTbblXvR7Z8yVOXJ6yztk7Lv5Prcq7kuPaIy/Cf5VkvusXe+852jeZZS9+RRLYPBoGSYVHVuXhPkSHrVOZu95pwqz+SRa7PkG3lyT2fS6yq4mYBP2rWeVuZXqW9vt573R94nSbueX/JMnd/2treV9LRpBl23Srd5z77kJS/Z6vSxYzk3eVdL0ho7YZON5n0bl2nu9yq5uF/ucpcr+T2VIWnVvEEpR+zzjVnpQXSe85xnbH6h6vpJrwne5j5NGtWStp107qR9O70+90e+YSsTStfrkTLkXp71HplUNvsIECBAYPkCAjTLN5cjgVIKBAIECBAgsL1AghCZ86g6M72kTn/601ebXgkQIECAAIEeCQjQ9Kgxx6pigwABAgQIEFi5wB3ucIdy5jOfuaS3U4bPZF6TWQr12c9+ttTna8rwlnn02pqlDM4lQIAAAQIEliOw4wDNcoonFwIECBAgQIBAdwUyr0l6wGRy4Cc+8Ynl4Q9/eJl2fpAMb8o3lmXYSiVwkYtcpDSHW1XHvBIgQIAAgUUJSHc5AgI0y3GWCwECBAgQILCGAuc73/nGan3MMceUj33sY2P7Jm0kKPPUpz61HH300WOH85XR5hcZI7FBgEA/BNSCAIGhgADNEMEPAQIECBAgQGARAunxctBBB20k/atf/Wo0kXa+qSk9ZDYO1FZ+9KMflXy9dnPy3Ktf/erlete7Xu1MqwQITC/gTAIECLRfQICm/W2khAQIECBAgEBHBapvIqsX/2c/+1nJt5jlW5MufelLlyOOOGK0HHbYYeUsZzlL+fM///PRN0TVr0k6T37yk6f+1rH6tdaXJCAbAgQIECCwSwEBml0CupwAAQIECBAgsJXAHe94x/LQhz50n1PSg+ZDH/pQOfLII0dLvqa7PiFwdcHBBx9cjj322HLBC16w2uWVAAECBAgQ6KGAAE0PG1WVCBAgQIDADgRcsiCBk5zkJKMATSYKPte5zjV1Lic60YnKPe5xj5IgTnMum6kTcSIBAgQIECDQGQEBms40lYISIECg6wLKT2B9BQaDQbnKVa5SvvSlL5UPfvCDozlm8g1PCd7UVU53utOVm9zkJiW9aTIU6hnPeEbZb7/96qdYJ0CAAAECBHoqIEDT04ZVLQJrKaDSBAgQaLnAiU984nKpS12qPP3pTy9f/OIXy29/+9uSb2yqlu9///vlda97XbnZzW5WMkdNy6ujeAQIECBAgMAcBQRo5ogpqf4LqCEBAgQIECBAgAABAgQIEFiEgADNIlR3nqYrCRAgQIAAAQIECBAgQIAAgf4L7FNDAZp9SOwgQIAAAQIECBAgQIAAAQJdF1D+rgkI0HStxZSXAAECBAgQIECAAAECbRBQBgIE5iogQDNXTokRIECAAAECBAgQIDAvAekQIEBgnQQEaNaptdWVAAECBAgQIECgLmCdAAECBAi0RkCApjVNoSAECBAgQIBA/wTUiAABAgQIECAwnYAAzXROziJAgAABAu0UUCoCBAgQIECAAIFeCAjQ9KIZVYIAAQKLE5AyAQIECBAgQIAAAQKLFxCgWbyxHAgQ2FrAUQIECBAgQIAAAQIECKy9gADN2t8C6wCgjgQIECBAgAABAgQIECBAoN0CAjTzaB9pECBAgAABAgQIECBAgAABAv0XWGANBWgWiCtpAgQIECBAgAABAgQIECAwi4Bz11dAgGZ9217NCRAgQIAAAQIECBBYPwE1JkCgpQICNC1tGMUiQIAAAQIECBAg0E0BpSZAgACBnQgI0OxEzTUECBAgQIAAAQKrE5AzAQIECBDooYAATQ8bVZUIECBAgACB3Qm4mgABAgQIECCwbAEBmmWLy48AAQIECJTCgAABAgQIECBAgMCYgADNGIcNAgQI9EVAPQgQIECAAAECBAgQ6JKAAE2XWktZCbRJQFkIECBAgAABAgQIECBAYG4CAjRzo5TQvAWkR4AAAQIECBAgQIAAAQIE1kVgnQM069LG6kmAAAECBAgQIECAAAECBNZZoBN1F6DpRDMpJAECBAgQIECAAAECBAi0V0DJCOxeQIBm94ZSIECAAAECBAgQIECAwGIFpE6AQO8FBGh638QqSIAAAQIECBAgQGB7AWcQIECAwGoFBGhW6y93AgQIECBAgMC6CKgnAQIECBAgsIWAAM0WOA4RIECAAAECXRJQVgIECBAgQIBAdwUEaLrbdkpOgAABAssWkB8BAgQIECBAgACBBQkI0CwIVrIECBDYiYBrCBAgQIAAAQIECBBYTwEBmvVsd7VeXwE1J0CAAAECBAgQIECAAIEWCgjQtLBRul0kpSdAgAABAgQIECBAgAABAgRmFehegGbWGjqfAAECBAgQIECAAAECBAgQ6J7AmpVYgGbNGlx1CRAgQIAAAQIECBAgQOAEAf8SaJOAAE2bWkNZCBAgQIAAAQIECBDok4C6ECBAYGoBAZqpqZxIgAABAgQIECBAoG0CykOAAAECfREQoOlLS6oHAQIECBAgQGARAtIkQIAAAQIEliIgQLMUZpkQIECAAAECmwnYT4AAAQIECBAgUIoAjbuAAAECBPouoH4ECBAgQIAAAQIEWi8gQNP6JlJAAgTaL6CEBAgQIECAAAECBAgQ2J2AAM3u/FxNYDkCciFAgAABAgQIECBAgACBXgsI0PS6eYLjcrIAABAASURBVKevnDMJECBAgAABAgQIECBAgACB1QksK0CzuhrKmQABAgQIECBAgAABAgQIEFiWgHx2KCBAs0M4lxEgQIAAAQIECBAgQIDAKgTkSaCfAgI0/WxXtSJAgAABAgQIECBAYKcCriNAgMAKBARoVoAuSwIECBAgQIAAgfUWUHsCBAgQINAUEKBpitgmQIAAAQIECHRfQA0IECBAgACBjgkI0HSswRSXAAECBAi0Q0ApCBAgQIAAAQIE5ikgQDNPTWkRIECAwPwEpESAAAECBAgQIEBgjQQEaNaosVWVAIFxAVsECBAgQIAAAQIECBBoi4AATVtaQjn6KKBOBAgQIECAAAECBAgQIEBgKgEBmqmY2nqSchEgQIAAAQIECBAgQIAAAQJ9ENg6QNOHGqoDAQIECBAgQIAAAQIECBAgsLWAoysXEKBZeRMoAAECBAgQIECAAAECBPovoIYECGwtIECztY+jBAgQIECAAAECBAh0Q0ApCRAg0GkBAZpON5/CEyBAgAABAgQILE9ATgQIECBAYHECAjSLs5UyAQIECBAgQGA2AWcTIECAAAECaysgQLO2Ta/iBAgQILCOAupMgAABAgQIECDQTgEBmna2i1IRIECgqwLKTYAAAQIECBAgQIDADgQEaHaA5hICBFYpIG8CBAgQIECAAAECBAj0T0CApn9tqka7FXA9AQIECBAgQIAAAQIECBBYsoAAzZLBk52FAAECBAgQIECAAAECBAgQ6L/ALDUUoJlFy7kECBAgQIAAAQIECBAgQKA9AkrSIwEBmh41pqoQIECAAAECBAgQIEBgvgJSI0BgWQICNMuSlg8BAgQIECBAgAABAvsK2EOAAAECIwEBmhGDfwgQIECAAAECBPoqoF4ECBAgQKALAgI0XWglZSRAgAABAgTaLKBsBAgQIECAAIFdCwjQ7JpQAgQIECBAYNEC0idAgAABAgQIEOi7gABN31tY/QgQIDCNgHMIECBAgAABAgQIEFipgADNSvllTmB9BNSUAAECBAgQIECAAAECBDYXEKDZ3MaRbgkoLQECBAgQIECAAAECBAgQ6KyAAM3UTedEAgQIECBAgAABAgQIECBAoP8Cq6mhAM1q3OVKgAABAgQIECBAgAABAusqoN4EJggI0ExAsYsAAQIECBAgQIAAAQJdFlB2AgS6JyBA0702U2ICBAgQIECAAAECqxaQPwECBAjMWUCAZs6gkiNAgAABAgQIEJiHgDQIECBAgMB6CQjQrFd7qy0BAgQIECBQCXglQIAAAQIECLRIQICmRY2hKAQIECDQLwG1IUCAAAECBAgQIDCtgADNtFLOWwuBwWBQBgPLYMBgMOiEgftVO7kH3APuAfeAe8A90Ol7YC0eMlSSwJQCAjRTQjmNwHoKqDUBAgQIECBAgAABAgQILENAgGYZyvLYXMARAgQIECBAgAABAgQIECBAoPQ+QKONCRAgQIAAAQIECBAgQIAAgf4LdL2GAjRdb0HlJ0CAAAECBAgQIECAAIFlCMiDwEIFBGgWyitxAgQIECBAgAABAgQITCvgPAIE1llAgGadW1/dCRAgQIAAAQIE1ktAbQkQIECgtQICNK1tGgUjQIAAAQIECHRPQIkJECBAgACBnQkI0OzMzVXdFRgMi24phQED94B7oKv3wKRy/0nZ979J59lX/P4vhUEpDEphUEpnDIr/CKyLgADNurS0ehIgQIDAlAJO66DAiTtYZkUmQIAAAQIECIwJCNCMcdggQIDAEgRkQYDAvAUEaOYtKj0CBAgQIEBg6QICNEsnlyGBxQvIgQABAmsm4PPMmjW46hIgQIAAgT4K+EDTx1ZdfJ3kQIAAAQIE2iSgB02bWkNZCBAgQIAAgR0JtDRAs6O6uIgAAQIECBBYTwGfZ9az3dWaAAECBHohoBKVgA80lYRXAgQIECBAoKsCetB0teWUmwABAssQkAeBjggI0HSkoRSTAAECBAgQ2FTA55lNaRwgQGAZAvIgQIDAPAR8oJmHojQIECBAgACBVQroQbNKfXkvQ0AeBAgQILAGAgI0a9DIqkiAAAECBHou4PPMrhtYAgQIECBAgMCqBXygWXULyJ8AAQIECKyDwGLrqAfNYn2lToAAAQIECCxBQIBmCciyIECAAIHFC8hhrQUEaNa6+VWeAAECBAj0Q0CAph/tqBYECCxeQA4ECLRXwOeZ9raNkhEgQIAAAQJTCvhAMyWU0wgsXkAOBAgQILBDgWYPmi/uMB2XESBAgAABAgRWJiBAszL6FWQsSwIECBAg0E+B5ueZP/SzmmpFgAABAgQI9Fmg+YFmV3V1MQECBAgQIEBgBQLNHjTHr6AMsiRAgAABAmsloLLzFxCgmb+pFAkQIECAAIHlCjQ/z+hBs1x/uREgQGARAtIksHYCzQ80awegwgQIECBAgEDnBfSg6XwTqgCBVQjIkwABAu0SEKBpV3soDQECBAgQIDC7QPPzjB40sxu6YhEC0iRAgAABAjMIND/QzHCpUwkQIECAAAECrRBY2x40rdBXCAIECBAgQGAuAgI0c2GUCAECBAgQ6KVAVyrVDNDoQdOVllNOAgQIECBAYENAgGaDwgoBAgQILF9AjgTmItD8PONbnObCKhECBAgQIEBgmQLNDzTLzFteBAgQWLyAHAgQWAeBZg8aAZp1aHV1JECAAAECPRMQoOlZg6rO8gXkSIAAAQIrF2h+njHEaeVNogAECBAgQIDArALNDzSzXu/8xQvIgQABAgQIENhaQA+arX0cJUCAAAECBDogcKJSOlBKRSRAgAABAgQIbC7Q/IOTHjSbWzlCgAABAmstoPJtFmh+oGlzWZWNAAECBAgQIDBJQA+aSSr2ESBAYBUC8iRAYMcCAjQ7pnMhAQIECBAg0BKB5ucZPWha0jCKQWARAtIkQIBAXwWaH2j6Wk/1IkCAAAECBPoroAdNf9t2FTWTJwECBAgQWImAAM1K2GVKgAABAgQIzFGgGaBpeQ+aOdZcUgQIECBAgEBvBARoetOUKkKAAAECBPYIrN9L8/PM8etHoMYECBAgQIBA1wWaH2i6Xh/lJ0CAAIElCMiCQMsEmj1oBGha1kCKQ4AAAQIECGwvIECzvZEzCBBYvoAcCRAgMItA8/OMIU6z6DmXAAECBAgQaIVA8wNNKwqlEAQWLyAHAgQIEOiRgB40PWpMVSFAgAABAusqIECzqJaXLgECBAgQILAsgebnGT1oliUvHwIECBAgQKCUORk0P9DMKVnJECBAgAABAgSWJqAHzdKoZUSAAAECqxCQ53oICNCsRzurJQECBAgQ6LNA8/OMHjR9bm11I0BgEQLSJECgBQLNDzQtKJIiECBAgAABAgRmEtCDZiYuJxNYhYA8CRAgQGA7AQGa7YQcJ0CAAAECBNouIEDT9hZaRvnkQYAAAQIEOi4gQNPxBlR8AgQIECBAoDQ/zyxkiBNnAgQIECBAgMAiBZofaBaZl7QJECBAgACBzQUc2bmAHjQ7t3MlAQIECBAg0BIBAZqWNIRiECBAYPECciDQW4Hm5xk9aHrb1CpGgAABAgT6K9D8QNPfmqoZAQKLF5ADAQIEViOgB81q3OVKgAABAgQIzFFAgGaOmJJavIAcCBAgQIDABIHm5xk9aCYg2UWAAAECBAi0W6D5gabdpV186eRAgAABAgQIdE9AD5rutZkSEyBAgACBVQu0Ln8BmtY1iQIRIECAAAECMwo0P8/oQTMjoNMJECBAYBEC0iQwm0DzA81sVzubAAECBAgQILB6AT1oVt8GSkCAwCoE5EmAQK8EBGh61ZwqQ4AAAQIE1lJAgGYtm12llyEgDwIECBBYnoAAzfKs5USAAAECBAgsRqD5ecYQp8U4LyJVaRIgQIAAAQJ7BJofaPbs9kKAAAECBAgQ6IzAFj1oOlMHBSVAgAABAgTWXECAZs1vANUnQIAAgV0KuLwNAs3PM3rQtKFVlIEAAQIECBCYSaD5gWami51MgAABAosXkAMBAtsK6EGzLZETCBAgQIAAgbYLCNC0vYWUj8DiBeRAgACBrgs0P8/oQdP1FlV+AgQIECCwhgLNDzRrSKDKixeQAwECBAgQWKiAHjQL5ZU4AQIECBAgsAyBfgRoliElDwIECBAgQKCtAs0AjR40bW0p5SJAgAABArsV6PH1AjQ9blxVI0CAAAECayLQ/Dxz/JrUWzUJECBAYAECkiSwKoHmB5pVlUO+BAgQIECAAIGdCjR70AjQ7FTSdQQILENAHgQIEJgoIEAzkcVOAgQIECBAoEMCzc8zhjh1qPEUdREC0iRAgACBLgo0P9B0sQ7KTIAAAQIECKy3gB40y25/+REgQIAAAQJzFxCgmTupBAkQIECAAIHdCsx4ffPzjB40MwI6nQABAgQIEFi9QPMDzepLpAQECBAgQGDxAnLol4AeNP1qT7UhQIAAAQJrKSBAs5bNrtIECCxeQA4ECCxRoPl5Rg+aJeLLigABAgQIEJiPQPMDzXxSlQoBAosXkAMBAgQIVAJ60FQSXgkQIECAAIHOCgjQdLbpFl9wORAgQIAAgY4INAM0etB0pOEUkwABAgQIENgrsMoAzd5SWCNAgAABAgQI7Fyg+Xnm+J0n5UoCBAgQIEBgAQKSnEKg+YFmikucQoAAAQIECBBolUCzB40ATauaR2EIECCwDAF5EOi+gABN99tQDQgQIECAwLoLND/PGOK07neE+hNYhIA0CRAgsGCB5geaBWcneQIECBAgQIDA3AX0oJk7qQRXISBPAgQIEFhvAQGa9W5/tSdAgAABAn0QaH6e0YNmcqvaS4AAAQIECLRYoPmBpsVFVTQCBAgQIECg3QIrK50eNCujlzEBAgQIECAwLwEBmnlJSocAAQIEFi8gBwKTBZqfZ/SgmexkLwECBAgQINBigeYHmhYXVdEIECCweAE5ECDQSQE9aDrZbApNgAABAgQI1AUEaOoa1gksXkAOBAgQIDB/gWaARg+a+RtLkQABAgQIEFiwgADNgoGXn7wcCRAgQIDA2gk0P88cv3YCKkyAAAECBAh0XqD5gWb7CjmDAAECBAgQINAugWYPGgGadrWP0hAgQIBAVwWUe6kCAjRL5ZYZAQIECBAgsACB5ucZQ5wWgCxJAgQILEJAmgQI7BVofqDZe8QaAQIECBAgQKAbAnrQdKOdlJLAKgTkSYAAgc4ICNB0pqkUlAABAgQIENhEoPl5Rg+aTaDsXoSANAkQIECAwHwEmh9o5pOqVAgQIECAAAECyxPodw+a5TnKiQABAgQIEFihgADNCvFlTYAAAQIE2iDQgzI0P8/oQdODRlUFAgQIECCwbgLNDzTrVn/1JUCAAIHFC8iBwKIF9KBZtLD0CRAgQIAAgYULCNAsnFgGBAgsXkAOBAisuUAzQKMHzZrfEKpPgAABAgS6KCBA08VWU+blC8iRAAECBNos0Pw8c3ybC6tsBAgQIECAAIFJAs1Kl8AqAAAQAElEQVQPNJPOsW8JArIgQIAAAQIEdizQ7EEjQLNjShcSIECAAAECixbYLH0Bms1k7CdAgAABAgS6ItD8PGOIU1daTjkJECBAYBEC0uyoQPMDTUerodgECBAgQIDAGgvoQbPGja/qBAisQkCeBAgsQkCAZhGq0iRAgAABAgSWKdD8PKMHzTL15UVgEQLSJECAwBoKND/QrCGBKhMgQIAAAQIdF9CDpuMNuIriy5MAAQIECLRNQICmbS2iPAQIECBAgMCsAs3PM23oQTNrHZxPgAABAgQIrLlA8wPNmnOoPgECBAgQ6IqActYE9KCpYVglQIAAAQIEuikgQNPNdlNqAgQILF5ADgS6I9AM0OhB0522U1ICBAgQIEBgj4AAzR4ILwQILF9AjgQIEJiTQPPzzPFzSlcyBAgQIECAAIGlCTQ/0CwtYxkRWIKALAgQIEBgPQSaPWgEaNaj3dWSAAECBAj0SkCAZlfN6WICBAgQIECgBQLNzzOGOLWgURSBAAECBAj0S2DxtWl+oFl8jnIgQIAAAQIECMxXQA+a+XpKjQABAgRWISDPtRcQoFn7WwAAAQIECBDovEDz84weNJ1vUhUgQGARAtIkQKDdAs0PNO0urdIRIECAAAECBPYV0INmXxN7CKxCQJ4ECBAgsAsBAZpd4LmUAAECBAgQaIVA8/OMHjStaJZFFEKaBAgQIECgvwLNDzT9ramaESBAgAABAn0UyGeZQa1iCc78sbY926qzCRAgQIAAAQIrEsiHmhVlLVsCBAgQILB+Amo8d4Hm8KYEaOaeiQQJECBAgAABAosWEKBZtLD0CRAgsFwBuRFYN4HmZ5nj1w1AfQkQIECAAIF+CDQ/1PSjVmpBgMACBSRNgACBVgk0e9AI0LSqeRSGAAECBAgQmFZAgGZaKectT0BOBAgQIEBgeoHmZxlDnKa3cyYBAgQIECDQIoHmh5oWFW1xRZEyAQIECBAg0BsBPWh605QqQoAAAQIE5i/QpRQFaLrUWspKgAABAgQINAWan2X0oGkK2SZAgACBRQpIm8DcBJofauaWsIQIECBAgAABAksQ0INmCciyIEBglQLyJkBgXQQEaNalpdWTAAECBAj0U6D5WUYPmn62s1otUkDaBAgQINAKgeaHmlYUSiEIECBAgAABAlMK6EEzJdQqT5M3AQIECBAgsL2AAM32Rs4gQIAAAQIE2iuQAE29dHrQ1DWsEyBAgAABAp0REKDpTFMpKAECBAisTkDOLRZofpY5vsVlVTQCBAgQIECAwKYCzQ81m57oAAECBAgsUEDSBAjsVKDZg0aAZqeSriNAgAABAgRWKiBAs1J+mRNYnoCcCBAg0FOB5mcZQ5x62tCqRYAAAQIE+i7Q/FDT9/qq3+IEpEyAAAECBFYhoAfNKtTlSYAAAQIECMxdoEMBmrnXXYIECBAgQIBA9wWan2X0oOl+m6oBAQIECKy9wHoCND/UrKeCWhMgQIAAAQJdFdCDpqstp9wECBBYpYC8CbRQQICmhY2iSAQIECBAgMDUAs3PMnrQTE3nRAIEFikgbQIECMwq0PxQM+v1zidAgAABAgQIrFJAD5pV6st7lQLyJkCAAIGeCQjQ9KxBVYcAAQIECKyZQDNAowfN3G4ACREgQIAAAQLLFBCgWaa2vAgQIECAAIG9AvNZa36WOX4+yUqFAAECBAgQILBcgeaHmuXmLjcCBAgQILBAAUmvhUCzB40AzVo0u0oSIECAAIH+CQjQ9K9N1YgAgeUJyIkAgdULND/LGOK0+jZRAgIECBAgQGAHAs0PNTtIwiUECCxOQMoECBAgsI2AHjTbADlMgAABAgQIdENAgKYb7bS4UkqZAAECBAh0W6D5WUYPmm63p9ITIECAAIG1FWh+qJk7hAQJECBAgAABAgsU0INmgbiSJkCAAAECswg4d3cCAjS783M1AQIECBAgsFqB5mcZPWhW2x5yJ0CAwCIFpE2g1wLNDzW9rqzKESBAgAABAr0T0IOmd02qQgRWKSBvAgQIrE5AgGZ19nImQIAAAQIEdi8gQLN7QyksU0BeBAgQIEBgEwEBmk1g7CZAgAABAgQ6IdD8LLP2Q5w60WoKSYAAAQIECOwj0PxQs88JdhAgQIAAAQIEagJtW9WDpm0tojwECBAgQIDAjgQEaHbE5iICBAgQWJyAlAnMJND8LKMHzUx8TiZAgAABAgTaItD8UNOWcikHAQIEFicgZQIE+iSgB02fWlNdCBAgQIDAGgsI0Kxx46v64gSkTIAAAQJLE2h+ltGDZmn0MiJAgAABAgTmKdD8UDPPtKW1OAEpEyBAgAABAicI6EFzgoN/CRAgQIAAgY4LbBKg6XitFJ8AAQIECBBYF4FmgEYPmnVpefUkQIAAgTkJSKYtAgI0bWkJ5SBAgAABAgR2ItD8LHP8ThJxDQECBAgsUEDSBAhMJdD8UDPVRU4iQIAAAQIECLREoNmDRoCmJQ2jGASWKSAvAgQI9EFAgKYPragOBAgQIEBgfQWan2UMcVrfe2GRNZc2AQIECBBYuEDzQ83CM5QBAQIECBAgQGCOAj3pQTNHEUkRIECAAAECnRQQoOlksyk0AQIECBCYUaC/pzc/y+hB09+2VjMCBAgQINBrgeaHml5XVuUIECBAYHECUiawIgE9aFYEL1sCBAgQIEBgvgICNPP1lBoBAosTkDIBAgQmCTQ/y+hBM0nJPgIECBAgQKD1As0PNa0vsAISWJyAlAkQIECggwJ60HSw0RSZAAECBAgQ2FdAgGZfk8XtkTIBAgQIECAwb4FmgEYPmnkLS48AAQIECBCYXWAHVwjQ7ADNJQQIECBAgEBrBJqfZY5vTckUhAABAgQILFBA0v0TaH6o6V8N1YgAAQIECBDos0CzB40ATZ9bW90IEFimgLwIEFiygADNksFlR4AAAQIECMxVoPlZxhCnufJKjMAiBaRNgAABAnWB5oea+jHrBAgQIECAAIG2C+hB0/YWWmX55E2AAAECBDokIEDTocZSVAIECBAgQGAfgeZnmaX2oNmnNHYQIECAAAECBHYo0PxQs8NkXEaAAAECBAgsQECS2wvoQbO9kTMIECBAgACBDggI0HSgkRSRAAECixOQMoHOCzQ/y+hB0/kmVQECBAgQILCeAs0PNeupoNYECCxOQMoECBBYrIAeNIv1lToBAgQIECCwJAEBmiVBy2ZxAlImQIAAgbUWaAZo9KBZ69tB5QkQIECAQHcFBGi2bztnECBAgAABAu0VaH6WOb69RVUyAgQIECBAoOUCKy1e80PNSgsjcwIECBAgQIDAjALNHjQCNDMCOp0AAQIElikgLwKbCwjQbG7jCAECBAgQINB+geZnGUOc2t9mSkiAwCIFpE2AQGcFmh9qOlsRBSdAgAABAgTWUkAPmrVsdpVepYC8CRAgQGAxAgI0i3GVKgECBAgQILAcgeZnGT1oluO+yFykTYAAAQIE1lKg+aFmLRFUmgABAgQIEOiswA560HS2rgpOgAABAgQI9FhAgKbHjatqBAgQILAiAdkuU6D5WUYPmmXqy4sAAQIECBCYm0DzQ83cEpYQAQIECCxOQMoECGwI6EGzQWGFAAECBAgQ6LKAAE2XW0/ZCSxOQMoECBDoisDtGwXVg6YBYpMAAQIECBDohoAATTfaqYelVCUCBAgQILAQgeMXkqpECRAgQIAAAQILFuhvgGbBcJInQIAAAQIEWikgQNPKZlEoAgQIECCwQIGeJC1A05OGVA0CBAgQINBhgaOGZX/RcDlyuDxvuPzTcHnWcHn6cHnqcHnScHnCcHnscHnUcHnEcHnocHnwcGn+XGu44x7D5W7D5S7D5YjhcsfhkqFQtx2+3ma43HK43Hy43HS43Gi43GC4XG+4XGe4+CFAgAABAvsI2EFgGQICNMtQlgcBAgQIECCwlcA7hwcTQLnT8DUBlbsOXxNguefw9W+Hy72Hy32Hy/2Hy4OGSwIzDxu+JlAzfBn7SRDmGcM9CfA8Z/iagM8Lhq8JAL1k+Pqy4fLK4fKa4XL0cHnDcHnjcHnzcPnBcPFDgACBVQjIkwABAkWAxk1AgAABAgQIrFrg5cMCfHq4rPLnFcPMPzJc/BDoqYBqESBAgEDbBQRo2t5CykeAAAECBNZD4GkrruYTV5x/97NXAwIECBAgQGBXAgI0u+JzMQECBAgQIDAngRcP0/nicNn0Z4EHkvenFpi+pAkQIECAAAEC2woI0GxL5AQCBAgQWBMB1Vy9wKp60eg9s/q2VwICBAgQILD2AgI0a38LACBAYHkCciJAYBuBTOj71W3Omffh5PmFeScqPQIECBAgQIDArAICNLOKOZ9AmwWUjQABAt0XWHYvGr1nun/PqAEBAgQIEOiFgABNL5pxeZWQEwECBAgQWLDAs4bpf2u4LOPnmcNMlt1jZ5ilHwIECBAgQIDAvgJtC9DsW0J7CBAgQIAAgXUTWFYvmietG6z6EiBAgACBFgkoSkNAgKYBYpMAAQIECBBYuUACNN9bcCmePEz/m8PFDwECBAj0VkDFCHRLQICmW+2ltAQIECBAYB0E/jCsZII0w5eF/Px+mKreM0MEPwQI7FLA5QQIEJijgADNHDElRYAAAQIECMxN4OnDlH48XBbxk+DMonvoLKLc0lxDAVUmQIAAgfUREKBZn7ZWUwIECBAg0CWBXw8Lu4heNL8apuubm4YIe368ECBAgAABAi0REKBpSUMoBgECBAgQ6KfArmqVAM3Pd5XCvhen98yieubsm5s9BAgQIECAAIEpBQRopoRyGgECBAi0VECx+iyQ4EyCNPOq40+HCek9M0TwQ4AAAQIECLRPQICmfW2iRAQItExAcQgQWKlA5qL5zZxKkN4zv5hTWpIhQIAAAQIECMxVQIBmrpwSI7AjARcRIECAwOYCPxoemkcvmu8P09F7ZojghwABAgQIEGingABNO9tlzqWSHAECBAgQ6LRAAjR/2GUN0nvmt7tMw+UECBAgQIAAgYUJzCdAs7DiSZgAAQIECBAgUL43NMhQp+HLjn6+PbxK75khgh8CBAgQILBrAQksTECAZmG0EiZAgAABAgTmKJBeNDtNLr1ndnqt6wgQIEBgyQKyI7CuAgI069ry6k2AAAECBLol8M1hcZ81XGb9+drwgt30vhle7ocAgZ4JqA4BAgRaKSBA08pmUSgCBAgQIEBggsBOetEY2jQB0q5FC0ifAAECBAjMLiBAM7uZKwgQIECAAIHVCHx1mO3zh8u0P18anvic4dK/HzUiQIAAAQIEeicgQNO7JlUhAgQIECCwe4EWpzBLLxq9Z1rckIpGgAABAgQIjAsI0Ix72CJAgACB5QjIhcBOBb4wvPDFw2W7n88MT3jhcPFDgAABAgQIEOiEgABNJ5pJIQkQmF3AFQQI9Fhgmkl/fXNTj28AVSNAgAABAn0UEKDpY6uq03IE5EKAAAECqxL41DDjVwyXzX4+TxJ3XwAAEABJREFUNjzw0uHihwABAgQIECDQGQEBmhY3laIRIECAAAECmwpsNReN3jObsjlAgAABAgQItFEgZRKgiYJlnQX+OKy8pRQGDNwD7oGu3QMfGf7+3uznVcMDXauP8noPugfcA+t6Dwx/ZftZgoAsOiAgQNOBRlJEAgQIECBAgAABAgQItFtA6QgQ2K2AAM1uBV1PgAABAgQIECBAgMDiBeRAgACBngsI0PS8gVWPAAECBAgQIEBgOgFnESBAgACBVQoI0KxSX94ECBAgQIDAOgmoKwECBAgQIEBgUwEBmk1pHCBAgAABAl0TUF4CBAgQIECAAIGuCgjQdLXllJsAAQKrEJAnAQIECBAgQIAAAQILERCgWQirRAkQ2KmA6wgQIECAAAECBAgQILCOAgI069jq613nmWr/xz/+sVgYuAfcA+4B94B7wD3gHnAPuAd2dg/M9OHbyQTWXECAZu43gAQJECBAgAABAgQIECBAgACB/gvMt4YCNPP1lBoBAgQIECBAgAABAgQIEJiPgFTWSkCAZq2aW2UJECBAgAABAgQIECCwV8AaAQLtERCgaU9bKAkBAgQIECBAgACBvgmoDwECBAhMKSBAMyWU0wgQIECAAAECBNoooEwECBAgQKAfAgI0/WhHtSBAgAABAgQWJSBdAgQIECBAgMASBARoloAsCwIECBAgsJWAYwQIECBAgAABAgQEaNwDBAgQ6L+AGhIgQIAAAQIECBAg0HIBAZqWN5DiEeiGgFISIECAAAECBAgQIECAwG4EBGh2o+fa5QnIiQABAgQIECBAgAABAgQI9FhAgGZP43ohQIAAAQIECBAgQIAAAQIE+i/Q1hoK0LS1ZZSLAAECBAgQIECAAAECBLoooMwEdiQgQLMjNhcRIECAAAECBAgQIEBgVQLyJUCgjwICNH1sVXUiQIAAAQIECBAgsBsB1xIgQIDA0gUEaJZOLkMCBAgQIECAAAECBAgQIECAwLiAAM24hy0CBAgQIECgHwJqQYAAAQIECBDolIAATaeaS2EJECBAoD0CSkKAAAECBAgQIEBgfgICNPOzlBIBAgTmKyA1AgQIECBAgAABAgTWRkCAZm2aWkUJ7CtgDwECBAgQIECAAAECBAi0Q0CAph3t0NdSqBcBAgQIECBAgAABAgQIECAwhUDHAzRT1NApBAgQIECAAAECBAgQIECAQMcF+l98AZr+t7EaEiBAgAABAgQIECBAgMB2Ao4TWLGAAM2KG0D2BAgQIECAAAECBAish4BaEiBAYCsBAZqtdBwjQIAAAQIECBAg0B0BJSVAgACBDgsI0HS48RSdAAECBAgQILBcAbkRIECAAAECixIQoFmUrHQJECBAgACB2QVcQYAAAQIECBBYUwEBmjVteNUmQIDAugqoNwECBAgQIECAAIE2CgjQtLFVlIkAgS4LKDsBAgQIECBAgAABAgRmFhCgmZnMBQRWLSB/AgQIECBAgAABAgQIEOibgABN31p0HvWRBgECBAgQIECAAAECBAgQILBUgZUEaJZaQ5kRIECAAAECBAgQIECAAAECKxGQ6fQCAjTTWzmTAAECBAgQIECAAAECBNoloDQEeiMgQNObplQRAgQIECBAgAABAgTmLyBFAgQILEdAgGY5znIhQIAAAQIECBAgMFnAXgIECBAgMBQQoBki+CFAgAABAgQI9FlA3QgQIECAAIH2CwjQtL+NlJAAAQIECLRdQPkIECBAgAABAgR2KSBAs0tAlxMgQIDAMgTkQYAAAQIECBAgQKDfAgI0/W5ftSNAYFoB5xEgQIAAAQIECBAgQGCFAgI0K8SX9XoJqC0BAgQIECBAgAABAgQIENhMQIBmM5nu7VdiAgQIECBAgAABAgQIECBAoKMCMwRoOlpDxSZAgAABAgQIECBAgAABAgRmEHDqKgQEaFahLk8CBAgQIECAAAECBAiss4C6EyCwj4AAzT4kdhAgQIAAAQIECBAg0HUB5SdAgEDXBARoutZiykuAAAECBAgQINAGAWUgQIAAAQJzFRCgmSunxAgQIECAAAEC8xKQDgECBAgQILBOAgI069Ta6kqAAAECBOoC1gkQIECAAAECBFojIEDTmqZQEAIECPRPQI0IECBAgAABAgQIEJhOQIBmOidnESDQTgGlIkCAAAECBAgQIECAQC8EBGh60YwqsTgBKRMgQIAAAQIECBAgQIAAgcULCNAs3njrHBwlQIAAAQIECBAgQIAAAQIE+i+wTQ0FaLYBcpgAAQIECBAgQIAAAQIECHRBQBm7LSBA0+32U3oCBAgQIECAAAECBAgsS0A+BAgsUECAZoG4kiZAgAABAgQIECBAYBYB5xIgQGB9BQRo1rft1ZwAAQIECBAgsH4CakyAAAECBFoqIEDT0oZRLAIECBAgQKCbAkpNgAABAgQIENiJgADNTtRcQ4AAAQIEVicgZwIECBAgQIAAgR4KCND0sFFViQABArsTcDUBAgQIECBAgAABAssWEKBZtrj8CBAohQEBAgQIECBAgAABAgQIjAkI0Ixx2OiLgHoQIECAAAECBAgQIECAAIEuCQjQ7Ky1XEWAAAECBAgQIECAAAECBAj0X2BpNRSgWRq1jAgQIECAAAECBAgQIECAQFPANoETBARoTnDwLwECBAgQIECAAAECBPopoFYECHRCQICmE82kkAQIECBAgAABAgTaK6BkBAgQILB7AQGa3RtKgQABAgQIECBAYLECUidAgAABAr0XEKDpfROrIAECBAgQILC9gDMIECBAgAABAqsVEKBZrb/cCRAgQGBdBNSTAAECBAgQIECAwBYCAjRb4DhEgACBLgkoKwECBAgQIECAAAEC3RUQoOlu2yk5gWULyI8AAQIECBAgQIAAAQIEFiQgQLMgWMnuRMA1BAgQIECAAAECBAgQIEBgPQXWK0Cznm2s1gQIECBAgAABAgQIECBAYL0EOlhbAZoONpoiEyBAgAABAgQIECBAgMBqBeROYN4CAjTzFpUeAQIECBAgQIAAAQIEdi8gBQIE1kxAgGbNGlx1CRAgQIAAAQIECJwg4F8CBAgQaJOAAE2bWkNZCBAgQIAAAQJ9ElAXAgQIECBAYGoBAZqpqZxIgAABAgQItE1AeQgQIECAAAECfREQoOlLS6oHAQIECCxCQJoECBAgQIAAAQIEliIgQLMUZpkQIEBgMwH7CRAgQIAAAQIECBAgUIoAjbuAQN8F1I8AAQIECBAgQIAAAQIEWi8gQNP6Jmp/AZWQAAECBAgQIECAAAECBAgQ2J1AFwI0u6uhqwkQIECAAAECBAgQIECAAIEuCKx1GQVo1rr5VZ4AAQIECBAgQIAAAQLrJKCuBNorIEDT3rZRMgIECBAgQIAAAQIEuiagvAQIENihgADNDuFcRoAAAQIECBAgQGAVAvIkQIAAgX4KCND0s13VigABAgQIECCwUwHXESBAgAABAisQEKBZAbosCRAg0EaBb33rW+V5z3teudrVrlbOfOYzl8FgsLGc+MQnLgceeGC59a1vXY4++ujyv//7v22sgjJ1RqA7Bf3v//7vco5znGPjvTAY7H1fDAbTrZ/+9KcvBx98cLnzne9c3vzmN5df/vKXUwPc7na3G8s721Nf7EQCBAgQIECgUwIn6lRpFZYAAQIE5irwu9/9rrz61a8uBx10UDn72c9e7nKXu5R3vetdJQ+l9Yz+8Ic/lK9//evlla98Zbn5zW9e9t9//3L729++fPvb366f1p71WkmOP/748trXvrY8+MEPru21SmB5Aj/4wQ/Kl770pfL85z+//OVf/mXZb7/9yj3vec/ys5/9bHmFkBMBAgQIECDQegEBmtY3kQISINBGga6X6Y9//GN597vfXc53vvOVW97yluWrX/3qzFU66qijyjnPec7yjGc8oyQIMnMCC74gdfzQhz5ULnOZy5TDDjusfPOb31xwjpInMJ1AAp7PfOYzywUucIHyyU9+crqLnEWAAAECBAj0XkCApvdNrIIdFVBsAgsTSK+ZRz/60eWqV73qloGZ053udOVsZzvbaDn5yU8+sTxJ6173ule5293uVv7v//5v4jmr2pkH4Etf+tLlIx/5yKqKIF8CWwpkWGF6pH3jG9/Y8jwHCRAgQIAAgfUQEKBZj3aeUEu7CBBYR4EEVBJMmTTcJwGZBG6+9rWvlfyF//vf//6o10l6nvziF78oP//5z8vrX//60VwaTbvMXZNATdJvHlvVdtsCRqtykO/8BW5729uW9NCaZsl76Yc//GF5//vfPxre1CzNf/7nf5b73ve+pU3vnWYZbRMgQIAAAQLLEVhcgGY55ZcLAQIECEwpkIfJpz71qeXII48cu+JEJzpReexjH1vyV/wHPvCB5YADDhhNSjp20nDjFKc4RbnxjW9cPvvZz5anPe1pJdcNd2/8JN0XvvCFG9tWCBAoo/fSaU972nLZy162vPGNbxzN+dR87yTwedxxxxX/ESBAgACBzgoo+FwEBGjmwigRAgQItF8g3x7zgAc8YKygmez32GOPLfe///3LyU52srFjm23kG53SWyYT7zYfNB/xiEeUr3zlK5tdaj+BtRYYDAajSbYTEK1DpJdNJuBOELW+3zoBAgQI7BWwRmAdBARo1qGV1ZEAgbUXyHCl9I7Jg2CFcdKTnrS8/OUvL1e72tWqXTO9pjdN0qxflG9/etaznjUa/lHfb50AgRMEBoNByVdlH3zwwSfs2PPvhz/84fKjH/1oz5YXAgRWICBLAgQIrFxAgGblTaAABAgQWLxAert87nOfG8voYQ97WLnOda4ztm+WjcFgUI444ohy0EEHjV32ute9rnz9618f22eDAIG9Amc4wxnK1a9+9b07hmt5z2SY4XDVT28FVIwAAQIECGwtIECztY+jBAgQ6LzA//7v/456ytQrkr/e3+EOdxjNj1HfP+t6vuXp1re+9dhl3/nOd0q+3nps5yYbv/71r8vb3va2cuc733k0+XB69QwGg1G5BoNByXbKmiFVSXO7r/NOz4TB4ITrM2yrnu1LX/rSjXQHg0E59NBDSyY/rp8zaf2Xv/xlOfroo8u1rnWtcprTnGYsjXOc4xzl8MMPLx/4wAd2/VXj6X30hCc8oRxyyCGjeg8GJ9TjLGc5S7nLXe5SPv/5z2/0TEq5Dx2WfzA44ZyUI9dPKv+kfZmQ9u1vf3u5xS1uUU5/+tOP1Sl1TK+q9K7KvTPp+kn7tipTyn7d6163ZHjcYDAomc8onhl2l0lyz3rWs46V4fGPf/ykLLbcl0mhk+ZgcILJYDAor3jFK7a8ZpUH0671/H/729/u/pvQ6gkO19POH/zgB8vf//3fj+6ruA8Ge33SHgceeGDJPZz7IecPL9v2J/da7rnB4IS0ci+m/asL8+1U//iP/1jOfe5zb7T5YDAY3Wu552Z5v+ReGAxOyGcwGJTcM1U+KW+20+65bweDE87L7428j5785NMa0qEAABAASURBVCfvulfSIt7/m/lliNt73vOecpnLXGbj/ZB6zWpW+XglQIAAge4JnKh7RVZiAgQIEJhFIF8zneET9WsyPCl/xa/v2+n6TW9603LOc56z3OQmNykve9nLSgI0hx122JbJ/exnPxt9c81+++1Xrn3ta5fnP//55Utf+tI+32STB7Dsf8YznlEufelLl/Oe97zl3e9+90agYstMdnkwD/wJmJz61KcezRuSuXp+8pOfjKWab7h6yUteUi53ucvtuGx5ALznPe9ZznzmM5d/+Id/KJ/61KfGHL773e+WfEvW+c9//pHx9773vbEyzLKROuXrx//8z/+8XPOa1yyvec1ryg9+8IOxJFLHd73rXeWv/uqvRgGplC3tlZNmXTKkLkPeLnjBC5a3vvWto28HSxqpczz/8i//siSvZm+SY445ZqrgWdKqlgSB3vve91abJQGQTMy7saPlK7///e9L7OdRzHo752E/k4Pnvop7Pf20T3ru5B7O/ZD74lWvetWOg41JP/fL2c9+9pJvhMt8VMmjyjP3Wu656v2S303VsVlf//3f/72c73znG30zVu6lul1+b6S+97nPfUrqlG/JiskseeT8Zbz/qzL95je/Gf1OvNKVrlQSVKv2p14xu/zlL1/+7d/+rdrtlQABAgR6KnCintZLtQgQIEBgj0A+1Ocvs3s2y//7f/9vFBSptnf7eoELXKB89atfLRnadJvb3GYUaBgMBpsm+8lPfrLkmic96UljgYhSyqbXVAeSz1WvetXylKc8ZaFBmjy0XvGKVxwFTPKwV+W/1WtVtjwMTnvNt7/97ZLeBwmabJV2deyf//mfS8qVB99q37SvCexc//rXL3mAnjbgkofrlO1Sl7pU+cIXvjBtVhvn5Z5I76eks7GztpIgSgIDCegNBnvvmTy4JzBXO3Xb1Xe+853lV7/61cZ5CfoccMABG9ttX/mzP/uz0Xtnt+XMPZV7ZJZ2rvLMfXGrW92q3P3ud5/5vZl8Z7mX835JoOYNb3hDlf1Ur/ldlqDfVa5yldHvnWkuyu+aBKWn7RG2rPd/Vfa8PxJES4+fal/z9ZKXvGS5xCUu0dxtmwABAgR6JiBA07MGVR0CBLYSWL9j+Yt2hgbVa56/bmfoQX3fstYzx8bNb37zkiEQzTxTrhz767/+65IlgZiTn/zkzdNG2w95yEPKxz/+8dF6/Z88mObaLBe72MXqh0oe1rO/WjLkJsGqsZOGGynjNa5xjfLRj350uDX+k14uVRnzmuFB42eUkoesu93tbts+4OZhMUNLJuWT4SO3ve1tRw55MKt/W1aGBCWo8eUvf7mZ9abbqVNs0luleVKMb3CDG4zy2qxOX/ziF0eBoUllbaZXbaeNE6zKw2f27b///qOeSBlal55Q2XfDG96wpF0ucpGLjHogZV+WBFoydCXr0yyxTPCqOncwGJRm0Kc61obXBBliWi9LepOlt1Z936zrcTj88MMn3runO93pStXOeQ9kfbP80mNrFv8f/vCHJcHZ+v1xkpOcpOQ9nLxyL+eebtYngcz0Gsu90jy22Xa+7aoZ9EvaySN5Jc/k3bw+Qymf+9znNnfvs533yjLe//WM02PmMY95zMau/J5JfbJkPQfie6pTnSqrFgIECBDosYAATY8bV9VWICBLAi0TyF/E80BfL1bmdFnFB/0M4XjkIx9ZmuW5613vWvKAlwejdOXPcKcs6RHx85//vLz//e8fzU9Tr0Me4F/84hfv04vmjne842i4VK6/2c1uVr9kFGDI/mpJ8OBP//RPx87JA27SaJbxRje6Ufmv//qv0fCtqox5Ta+UDKU45JBDxtI58sgjS4Zlje2sbcQic+Q0Ayb5C3kmc85f8DPsJGVNgC3DHNKroUoi38qVeSyq7a1eMzdIHlybdcp9ENsYv/GNbxy5pU7/8z//U1KGlKWebtoow57SU6K+f7P1BCHyAJ7jf/d3f1cyVCvpv/CFLywJTmR4WOYpGQwGJcPt0uMl51ZLHqjTHtX2Vq8Z3vSJT3xi45QEgBL02djRspW07zve8Y6xUqXMkwJ+Yydts5EARPOeyjCy3Lu5Z6p2zn2V9R//+Mejtkjwrp502i7nZJhPff9m67lfPvaxj40OJ9CU+YsSHM57OOnkXk6d817JfTc6cc8/6Q32L//yL3u2tn/JPVQF/ar3ZdJOHskreea+efjDH75PYkcddVTJ/b3PgT07ct0y3v97stt4yfsk5gnEPu1pTyt5b6Q+WfJ+S2+j9GzauMAKAQIECPRW4ES9rVlPK6ZaBAgQmEUgD8V5sK5fc65znas0AxP144taz0P561//+rHk84D+7Gc/u5z2tKcd219tDAaDknlEMnHmxS9+8Wr36DWBi5/+9Kej9Xn9M+kBN3/ZziTBBx544D7ZDAaDcqELXai8733vG/UgqJ+QnjR5+Kzvq9b/4z/+o7zoRS+qNkev+Qt5hqP9xV/8xWi7/k8eehPwSVAqD3H1Y9ut52G5GQzIvEH5q31sB4O9Q4uqtFKGBG/ufe97V7tGr2nDDBfJw+RoxxT/pEdHJno92clONnZ2Jpg+4xnPuLHvlre85Why5GpHAi4JvFTbW71mDpJMsludk+EsCfpU2216jd3Tn/70UbCvXq5DDz10NHlyfd8s6wk8HDUMQNSvSZAyw8wm3bvVeQkMJRiWOaSqfXlNMGXaIGDOz5KeeQnUZOLwSb1Y8l5JXjkv51dLyphAYrU9zetW78vcaw9+8INL7rt6Wrl/83ujvq++vqz3fz3P+vqjHvWo0RDETN5c7R8MBqM5vjJZcLXPKwECBAj0V6AZoOlvTdWMAAECBEYCmfdjtLLkf/LA/9Of/nQj1/wlPb1CBoN9AwQbJ+1ZyfCMv/3bv92zdcJLHh7zV/oTtnb/76QH3PQ8yUSj9QemSTllmFD+8l3vdZLyJTjSPD+9Z/7pn/6p1AMKmQA4AZ2k0zy/2h4MBiXfUvXABz6w2rXta3oEHNV4aE8Z8yC6XS+qPGA/9rGPLXnIr2eUb0aaNnCSb9M54ogjStKqpzFpPUGheq+X+CTwMunc+r70LnrLW96ysSt5Xu9619vYbtNKeqQ87GEPKwnQ1MuViWybzvXj06x/5jOfGU20XZ27//77lwwFnMY+AY28v+pD/nLv/OhHP6qS2/Y1gcMEWw866KAtz81wpMyPUz8pgcz674b6sUnrad+Ud6v35WBwwvslv2fqaXz2s5+tb26sL+v9v5FhYyW/l/NtTYPB9r8PG5faJECAwG4EXNsyAQGaljWI4hAgQGCeAulBk+FA9TSneWCrnz+v9fwVPw/rF77whUvmvpi1l0MetDKRalWePJjnoara3u1req/kL+xVOmc605nK/e53v6mCC7kmvYDydcZZr5b0vGn2YMrwheOOO646ZfSankTTDG8ZDAajCVxjMbpwm38y2W79G7wGg0F5xCMesWmPpWZyuVfykJ+H/epY6vOv//qv1eaWr+kxMW1ZEzDKkJV6gultkUBBfV9zPT02slT7E+RJsKfaXvVreoYkKJDeEQlOxL9Zptw3uy1zgpgJeGZC56xnyNi09ilPetZV851kO8GkDOHL+jTLFa5whdHXQ09zboYE1oNBs76XEzhNUGm7vPKeTPCzft5mk08v6/1fL0t9Pd9Sl15l9X3WCfRDQC0IEJhFQIBmFi3nEiBAoAcCzeEFy6pSJt7M5KP5FqfMfZGv4V1W3tvlk2Enzd4amYg3D63bXVs/ngl968N2MpFvPeiTczO8qf7gm4f2PNzm2DRLhu4kuDXNuXnoTN2qczNxch7gq+1pXvOQn4lX6+dmyNmvf/3r+q6J6+c5z3lKPbgz8aTazkzcXD8/gZf0DKmdss/qm970prG5iDJULMGefU6c446XvvSlZTAYTLWc8pSnLPma8Qy5yddMN4sR27/5m78ZpdU8Nst2Ap8ZBpeha5lv5rWvfe3oG9tmSWM35+YbmU5xilNMlUQCQek1NNXJjZPy/sq3wDV2T9xMEChDuCYerO3Me2RZ7/9atmOrF73oRZfaXmOZd31D+QkQINAjAQGaHjWmqhAgQKApkL8yDwaDsd3TDk8Zu6jnGxlekV4O9WrmoXowGLerH5+0np4L9SEeGc6UCVTr5zbnwMjcOgm61M/Zbv3yl7/8dqeUDP9q5nWZy1xm1Htp24trJ+QhN70xartKrNLrob5v0np60AwG0xvGLvPiVGnF75hjjqk293lND6r6/DoJ7mQul31ObOmOBC0TSFl0QGkZ1U/wb9p88nspQ9GmPb9+Xu6RvM/q+7Zaz/xNWx3Pse3e/zlnmiXlSvmqc3P/Nt//1bHma37fNPfZJkCAAIH1ExCgWb82V2MCBNZIIEOJ8jDU1Sqnl0aG6OSrePNtNM3hWvOqV4IN+baUenoZXpMhWbMsmVuj2WMmQ5qqdFOffCNLtZ3XnfzlPD0Q0jMj12+2ZIhK5sGpH28O96gf22o91yVQU52TYU4ZPldtb/Z61rOedbNDE/dn8urmt9W8/e1vL2mfSRdkIuH6kJUEd+oPyJOuacO+PMjn66Lf+ta3ltOc5jQrK1K+PSgBhEy4e+UrX3n07UE7Lcyyfs/8yZ/8Scl8Nzst56Trcn8t4/0/Ke/sy3srv6uzbiFAgACB9RYQoFnv9ld7AgR6LpAP/c2/IDe/bnnVBMcff3zJkIzMy5IJaBPkyHwMGS6Rh74MyXnCE54w+prmRZU1D2j5SvJ6+umZka/LnmXJhLwJXtTTqT/45YG4mc9WE53W06mvZ76atG19X3M9eWX+k1L2HklgZ+/W9Gtph530eGjee9PkmCBLJkytzs2QuAQRqu3qNcNSMhdOXqt9Ce4kyFNtt+E1wYTUJ0OZ8q1C6cGWwFm+tWonbT9rneKTyX4T6Hz1q189mlfpale72igwlDbNcKEHPehBYxMMz5pH5obKPTnrdTs5P5ZbTaa9kzSX9f7frGxph7zHNjtuPwECBAisj4AAzfq0tZoSILCGAnmIb/ZiyMNhenLMjWMHCWX4TYIZeTjMX48zxCd/wc/8Ic985jNLhubknB0k3epLEjCp96hJYXc7OWzSWPaSnkzT9KDZSbkyUWp9Tp4ME8kwoGZayT8Bmmp/HtwT3Km2F/l629vedjTvTYIf2y0JQCZI9853vnMUHDnf+c5XFh2YSXDuzW9+c8lQuLy/Mt9LAp0JCj3xiU8s73rXuzbtlbRIN2kTIECAAAECWwsI0Gzt4ygBAi0QUISdC2QYTCahraeQITjbfTNO/fx5rudh9VWvelVJT47b3/72ZVLPiM3yyzWDwfTzmWyWjv27F8hDf4J/u09p3xSS9u1ud7uxSXMTUGj2TMoEwt/4xjc2Esg8OQcccMDG9jquJFj07ne/uyQIlCGB73//+8sf/vCHqSjy/kpvn6lOdhIBAgQIECCwEAEBmoWwSrRjAopLoLcCedjNg2u9gunBMe+K6Qg2AAAQAElEQVRhTg996EPLJS5xiZKhSAm65C/49Tyznn2ZSybDUJrDfHK8WvKQmAftm9/85uXZz372aELa3/72tyXf1rOsYQAZsvHRj3605IF3t8tLXvKSqmolw7bOfvazb2xnJUNe8tqlZdFDMi5ykYuU+rfvfOELXygZ6lQZpVdNAn3V9mAwKIcddthYUKc6ti6vuU/zfsn7vTnPUdPgTGc6U7nBDW5QMuQqvdUyX1Hu92Zvu+Z167K9qPf/uvipJwECBAjsXECAZud2M1zpVAIECKxOIN8SlAeOqgR5uN3qm3Gq86Z9TW+cY489tuQBLwGYDFs6+OCDS75hp57GG97whvKUpzylvmu0nvkwMtzpy1/+csmDYnrZfO1rXyuvec1ryt/8zd+UTFB7kpOcZHTuov5JIKs+7CRDeDIvzrzzS/Apk5zW001969vTrKdsmTdjq3NjloBQ/ZwMC6pvT7uevNI21fmxilm1Pe/XDHlLoKFKN8GHN77xjaOAWfZ961vfKu9973uzOloSzElQZ7Sxpv9kjpm8/5o9Zg455JBRoPMzn/lM+fnPfz4yzH0Qz/vd737lkpe8ZGnbvD3LbsLcy7mnq3wX9f6v0vdKgAABAn0X2Hn9BGh2budKAgQIdEIgc5zU5/RIoTOnRx5ys77b5T/+4z9KHg7r6eSh77SnPe3GrgRxnvrUp44eDqudmRfjAx/4QMlkvBnScu5zn3tlD4pnPOMZS75ZpypbXj/96U/nZa5LJjc94IADxtL8+Mc/XhI0G9u5zcYPfvCDkvlstjotwZlmXh/5yEe2umTTY7FIkKQ6IVYxq7YX8ZoeVHlwrtL+t3/7t5LJbrOdXh/f+c53sjpabnzjG5cEdUYba/hP7p+nPe1pJYGFqvoJ0OV9nvsrgc4ETnNPVMe97hXIvZx7eu+eUnLP17etEyBAoFUCCtNbAQGa3jatihEgQOAEgQwLOvzww0/Y2PPvV77ylfL85z9/LGCy59BML+lVkWEV9Yf3wWBQEnCpP1znr/eZM6SeeAI2l7nMZeq7tlzPfCP1B9AtT57x4KlOdaqSXj/1yxIQSP3q+7ZbT6+hPAhnPo/0DMo3Un3qU58au+zKV77y2HaGhFWBh7EDW2ykbHXzSaemV0R6T9SPpSzpDVPft916Hv4TSKufF6uY1ffNe/2CF7xgudjFLraRbDXMKfVOj63qQIZbXe9616s21/I1wxbzLWj1yqc3zU1vetOph31lIuME/upprMt67uXc0/X65j22iPd/PQ/rBNosoGwECKxGQIBmNe5yJUCAwFIFMlwkc8TUM818Me973/vqu2Zaz4NyvnGp/k06SeCKV7zi6Ntjsl4tCa7kQb/aPs1pTjP28F3t3+w1eWXy082O73Z/ghnXvva1x5LJA1qGbY3t3GYjvYEScMk3ZWVi22c961ml+dB70YtedPQVx1VSmbQ5eVXb270mmJN8tjsvxxMMGgz2TqycINkseSWNBHWaQ+LSxjHL8UUteWi+0Y1utJF87oGUPcNz8lodyNCm9BKrttfxNSb1SZQHg0G50pWuNHVwJmbplTRrQCLX9WHJvbys938fvOZUB8kQIECAwAQBAZoJKHYRIECgbwIZbvSP//iPJXOgVHXLxLv5ppdm74jq+HavmVPmAQ94wNhpSf9BD3rQaDLc+oHmcJxMGJz86+dstZ5A0pFHHrnVKbs+lmBGhl1VCaV8D3/4w0uGZ1X7tnpND4RHP/rRY6ekF0gCCPWdGcp1jWtco75rNDdPAi9jOzfZOOqoo8q0Q5USlMtwsyqpBDke97jHbQwVqvZv9pp2ykSy9Z5L+++/f7nuda+72SVz3Z98kl+VaL6VKMPp0mOk2pevZk8wp9pex9df//rXpT6XUdo5bTetRXrUPeYxj5n29I6cN1sxl/X+n61UziZAgACBdRMQoFm3FldfAgTWViB/Ib7jHe84Vv+f/vSn5dBDDx19+9K0fz3PeY94xCNKhk80JyQ94ogjSh50xjIZbjS/uSiTlb71rW+daohV5rjJHCMJmAyT2vjJQ2gz/42DE1Z++ctfbjnXS3ph3PrWtx67Mr1g7n73u5dcO3agsRGThz3sYSW9YeqH7nrXu5YEx+r7MvQrc4JkaE61PwGXDElJOtW+Sa9vectbykMe8pBJhybuS+CiObwteSWosV3gKQ/4CcAdffTRY2nf4ha32Gc42NgJc9w417nOVS51qUttpJihcilP2j47E7w5dHj/Zn3pS4syzPwpzfllMv9M2nC7YiY4c8Mb3rCk11fz3Gmub17T1e1lvf+76qPcBAgQILAcAQGa5TjLhQABAisXyKShT3ziE8tVr3rVsbLkISzBgXOc4xwlf0X/+te/vk/gJA/EGUaRYVE5L1+rPZbIcCPppndGAhDDzbGfzO9wlrOcZWxfevSkd8ZmQYlMYpwAx2Uve9lSH75RJZLrvve971Wb+7zm4b2+M8GW9L6o76uvDwaDcp/73Gef4MPLX/7y0ZCtDAGJQ/2arOdrsjOc5IUvfGE2N5Z43PKWt9zYrq9k7p073OEO9V0l11/rWtcqX/rSl0b76/8kQPTYxz62pMdTvTdL/ZzN1hOMyRC3+vG3ve1toyFmGTY2qU4pQ+bQefKTn1y/rKT3z/3vf/8yqY3HTpzTRuZP+qu/+quN1H784x+XV73qVRvbuTcOOuigje11Xclk0Akw1Ot/1FFHlXvd617lZz/7WX33xnp6bCXQmusyLG/jQG3lP//zP2tb/V4dDJb3/u+3pNoRIECAwG4EBGh2o+daAgQIdEwgPSryl/VrXOMa+5Q8c6VkeNKBBx44egA/61nPWtLzJa95IE+AJYGcnNe8OEN2km7Sbx7Ldh4gb3/722d1Y0nvl/TQyDWXvvSlS3rfZMlf8zNHTfJ+7nOfu3H+fvvtV854xjNubGclwaW8TlrS+2Iw2Dv/SnoLXe5ylyunP/3pR/VK0CIPqfVrU9eXvOQlZf/996/vLp/85CdLynjKU56ypHwpZyZCjsn5z3/+fYYcne1sZyuZBDl1G0toz0Y8M3wq1+7ZNXp5z3veUxLMOuCAA0YTLSef9CBJ3R/4wAeWmOXEwWBvvbK91ZKeFRkeluBK/byvfvWro2BdvU6HHXbY6NuQUoaUpX5+TBKsSoCuvn/R6wnCxHlSPre61a1W9s1fk8qzqn25z9LTq5n/c57znHLqU5+6XOhCFyrpPZf7KW0czwznS6C1eg8lgNts2/qwqWbafdxe1vu/j3bqRIAAAQLzETjRfJKRCgECBJoCttsqkODHG9/4xpIAwWZlTCDgO9/5Tkkvlrxme7Nzk07SS7qbnTMYnPDX6fQQaZ6TB8T0TkkQIcu//Mu/lOY3DaXHSSarzZwk9eubQ4rqx/JQmt4B9X1ZT4Ap9frsZz87cX6ZzNmSSWgTZMn59SU9WVK+lPOlL31pSa+i+vGs57o3velNJfPPZHuzJYGiDFlqBmlyfiZVTvrJJ71+6v4Xv/jFSyZnznnTLnnwTm+ZODavqdcpQbbvf//7zVNKgl0xic0+Bxe8I55XuMIV9sklQYYEb/Y5sKY7Eni5y13usk/tc+9kaNiLXvSikvspbdy8b9O+md8n3zpWTyA9ayb1sKqf07f13OO513PfNetWf6/k/dl0zPm5bpr3f861ECBAgACBpoAATVPEdncElJQAgR0LZOhI5jL5r//6r5KhNpncd9bE8g07CZAknaS33fX5K//rXve6co973GO7UzeOpxfNa17zmvLe9763pFdJJr3dODhcefvb316aExAPd49+EgB52tOetk9vmNHB4T8ZNjXpAWt4qBxyyCElAZyUdRab9GLIdbk+6Wy3JHCSSZpz3Xbn5vjhhx9ejjvuuFEPoFL7Lz1ytitnegdkmFeGqU3TXkk+vSoe+chHlgTHpq1TrpvnkrpNGiqWHlAHHHDAPLPqdFppq2c84xmj+aSyPk1l0jMr1ySAk/dWgpqDwd7eWQnabPYemSb9rp6Tez3v40W//7vqo9wECBAgsDgBAZotbB0iQIBA3wUynClzn+Qvw8ccc8xomNF5z3ve0bCIet3z8J+H4QwpyV/gM1wo3+KUc+vnbbd+8pOfvOSBMN/Ck8DOhS984VJ/mEw+mVMkf8n/4Ac/WBJAuvnNb15OfOITj5LOEKX9999/tJ5/MoHwJz7xiaxOXDKPSh4+Mynvmc985rFzfv/735f0VBnbWduoHl4z78nLXvay0XCgTMZaO2XklCFIL3jBC0bz5KRnS66rn7Pdes7PdZVJet7Eobou5b7zne9cEgx78YtfXGJYHate81f7Sfur49VrAjP3ve99S3oRpR1vcpOblGadsp39OZ6eTJkraJq0ywL/i3GGXVVZDAaDkh4jg8HeYEJ1bJ1f815K+2bC3wQn49ZsuwQ9Mzzv2GOPHd2zCULkvohb7r36ezrvj/QmybF1W/K+zO+qRb//181VfQkQINBmgTaUTYCmDa2gDAQIEFixwJ/+6Z+Wa13rWuV5z3teSSAgDyUZ2lAtmYvia1/7WnnFK15Rbnazm5X0htlNkRNQyNCozO2Sb2eq55OJSZ/+9KePvr2nCsxUeV3gAhcYDX+qzv/Nb35TJg1/qc7Pa3qOPPvZzy4ZqlVdV702v7Up5zeX1DUT7b7zne8sGf5TXZvXOCWQlPk9mt/W1Exnu+3K5NOf/nSJd9LPknJnLp76g3Nz4tf0MhkMpg9W5KE97ZgeTc06ZTv7czznbVfu6njmuknvnpS5Wq5//etXh+f6GouLXOQic01zs8TOdKYzjQJ5VZ3ymnmKNjt/3vuTV/Kslmxvl0fuxUwQnHszPcyqa/P6jW98oxx11FEl80YloFNP6wxnOEP5whe+MJokPOdmyb1fPyfrTZMEeC92sYvl0FTLLNdn3quUo1qmqX+9ELu9fhHv/1nqX6+LdQIEOi+gAgS2FRCg2ZbICQQIECBAoF0CeciulyjzscwSTKlf24X19JLKN0tVZb3xjW88msy42vZKgAABAhGwECDQdQEBmq63oPITIECAQKcEPvaxj5XMPZMhOxlqkt4M//d//zd1HXJu8xuWMlRs6gQ6dmKGoqXXRHpQpOgnPelJy/Wud72sWggQWLaA/AgQIEBgoQICNAvllTgBAgQIEBgXyJwy2ZMeIfkmmL/+678uCdpk3zTLRz/60VKfFyTDm/LNM9Nc28VzMuTubW9720bRr3zlK5dM4rqxw0qvBFSGAAECBAiss4AAzTq3vroTIECAwNIFTnnKU5YDDzxwI9/0EMlEzfm68Y2dm6xkaFPmu8m8PdUpmfsjk7tW2316jUkmas2k1FW9Dj/88FJNalvtm+HVqQQIECBAgACB1goI0LS2aRSMAAECBLonsH2JM5nuta997bETM8wp30qUiZjHDuzZyKTB73jHO0bfJJVJlPfsLvm2pwc+8IG7nrS5Sm+Vr9/+9rfHJmH+yle+ejwl1QAAEABJREFUMvqmpiOPPHKjWOc///nLVa5ylY1tKwQIECBAgACBPgkI0PSpNdWFAIH+C6hhLwRuf/vblwQb6pX553/+53LOc56zZMLfBGuOOOKIkuXSl770qMdIvnXnq1/9av2Scp/73Kdc5zrXGdvX1Y0Pf/jDo4l/E3TKcu5zn7vEpF6f+9///uX0pz99fZd1AgQIECBAgEBvBARoetOUKkJgPgJSIUBg8QIJMhx99NGjgEwzt+9+97vlta99bUnPkSwf+tCHSob6NM975CMfWR71qEeVzEHTPNbF7f32268MBoNNi565ehK42vQEBwgQIECAAAECHRcQoOl4A3aw+IpMgAABAkOB853vfOUTn/hEufvd7z7cmv4n3/70rne9qzzoQQ8qJznJSaa/sOVnnvrUpx71FJpUzJve9KbliU98Yq/qO6me9hEgQIAAAQLrLdDDAM16N6jaEyBAgEB3BNJr5JnPfGb54Q9/WF7wgheM5pg53elON1aBBGEufOELl8w1k29++vznPz+ah2Uw2Ly3yVgCHdk417nOVW5xi1uUk5/85BslvvjFL15e97rXlVe/+tW9mGdno2JWCBAgQIAAgTkJ9CsZAZp+tafaECBAgEAHBU572tOWfDvTO9/5zrGJcv/4xz+WfGPTJz/5yfLoRz+6nOc859lyGFAHq75R5P3337/k26x+8YtflNQ7y0c+8pFyk5vcpJz4xCfeOM8KAQIECBBYqoDMCCxRQIBmidiyIkCAAAECBAgQIECAQF3AOgECBCoBAZpKwisBAgQIECBAgACB/gmoEQECBAh0RECApiMNpZgECBAgQIAAgXYKKBUBAgQIECAwDwEBmnkoSoMAAQIECBBYnICUCRAgQIAAAQJrICBAswaNrIoECBAgsLWAowQIECBAgAABAgRWLSBAs+oWkD8BAusgoI4ECBAgQIAAAQIECBDYUkCAZkseBwl0RUA5CRAgQIAAAQIECBAgQKDLAgI0XW69ZZZdXgQIECBAgAABAgQIECBAgMDCBFoToFlYDSVMgAABAgQIECBAgAABAgQItEZAQSYLCNBMdrGXAAECBAgQIECAAAECBLopoNQEOikgQNPJZlNoAgQIECBAgAABAgRWJyBnAgQIzF9AgGb+plIkQIAAAQIECBAgsDsBVxMgQIDA2gkI0Kxdk6swAQIECBAgQKAUBgQIECBAgEC7BARo2tUeSkOAAAECBPoioB4ECBAgQIAAAQIzCAjQzIDlVAIECBBok4CyECBAgAABAgQIEOiPgABNf9pSTQgQmLeA9AgQIECAAAECBAgQILAkAQGaJUHLhsAkAfsIECBAgAABAgQIECBAgEAEBGii0N9FzQgQIECAAAECBAgQIECAAIEOCOwyQNOBGioiAQIECBAgQIAAAQIECBAgsEsBly9aQIBm0cLSJ0CAAAECBAgQIECAAIHtBZxBYM0FBGjW/AZQfQIECBAgQIAAAQLrIqCeBAgQaLOAAE2bW0fZCBAgQIAAAQIEuiSgrAQIECBAYMcCAjQ7pnMhAQIECBAgQGDZAvIjQIAAAQIE+iogQNPXllUvAgQIECCwEwHXECBAgAABAgQIrERAgGYl7DIlQIDA+gqoOQECBAgQIECAAAEC+woI0OxrYg8BAt0WUHoCBAgQIECAAAECBAh0TkCApnNNpsCrF1ACAgQIECBAgAABAgQIECAwXwEBmvl6zic1qRAgQIAAAQIECBAgQIAAAQL9F6jVUICmhmGVAAECBAgQIECAAAECBAj0SUBduiMgQNOdtlJSAgQIECBAgAABAgQItE1AeQgQmJOAAM2cICVDgAABAgQIECBAgMAiBKRJgACB9RAQoFmPdlZLAgQIECBAgACBzQTsJ0CAAAECLRAQoGlBIygCAQIECBAg0G8BtSNAgAABAgQIbCcgQLOdkOMECBAgQKD9AkpIgAABAgQIECDQcQEBmo43oOITIEBgOQJyIUCAAAECBAgQIEBgkQICNIvUlTYBAtMLOJMAAQIECBAgQIAAAQJrLCBAs8aNv25VV18CBAgQIECAAAECBAgQINBWAQGa+bWMlAgQIECAAAECBAgQIECAAIH+CyykhgI0C2GVKAECBAgQIECAAAECBAgQ2KmA69ZRQIBmHVtdnQkQIECAAAECBAgQWG8BtSdAoHUCAjStaxIFIkCAAAECBAgQINB9ATUgQIAAgdkEBGhm83I2AQIECBAgQIBAOwSUggABAgQI9EpAgKZXzakyBAgQIECAwPwEpESAAAECBAgQWJ6AAM3yrOVEgAABAgTGBWwRIECAAAECBAgQ2CMgQLMHwgsBAgT6KKBOBAgQIECAAAECBAh0Q0CAphvtpJQE2iqgXAQIECBAgAABAgQIECAwBwEBmjkgSmKRAtImQIAAAQIECBAgQIAAAQL9FxCg6X8bqyEBAgQIECBAgAABAgQIECDQcgEBmpY3kOIRIECAAAECBAgQIECAQDcElJLAbgQEaHaj51oCBAgQIECAAAECBAgsT0BOBAj0WECApseNq2oECBAgQIAAAQIEZhNwNgECBAisSkCAZlXy8iVAgAABAgQIrKOAOhMgQIAAAQITBQRoJrLYSYAAAQIECHRVQLkJECBAgAABAl0UEKDpYqspMwECBAisUkDeBAgQIECAAAECBOYuIEAzd1IJEiBAYLcCridAgAABAgQIECBAYN0EBGjWrcXVl0AELAQIECBAgAABAgQIECDQKgEBmlY1R38KoyYECBAgQIAAAQIECBAgQIDA9AJdDdBMX0NnEiBAgAABAgQIECBAgAABAl0VWJtyC9CsTVOrKAECBAgQIECAAAECBAjsK2APgXYICNC0ox2UggABAgQIECBAgACBvgqoFwECBKYQEKCZAskpBAgQIECAAAECBNosoGwECBAg0H0BAZrut6EaECBAgAABAgQWLSB9AgQIECBAYMECAjQLBpY8AQIECBAgMI2AcwgQIECAAAEC6y0gQLPe7a/2BAgQWB8BNSVAgAABAgQIECDQYgEBmhY3jqIRINAtAaUlQIAAAQIECBAgQIDATgUEaHYq5zoCyxeQIwECBAgQIECAAAECBAj0VECApqcNu7NquYoAAQIECBAgQIAAAQIECBBYhcByAzSrqKE8CRAgQIAAAQIECBAgQIAAgeUKyG1mAQGamclcQIAAAQIECBAgQIAAAQKrFpA/gb4JCND0rUXVhwABAgQIECBAgACBeQhIgwABAksVEKBZKrfMCBAg8P/Zuw84WbK6XuCn2SeSs+SwgGTBBUFyjkoG4YGkJYPknJEsS1qyIAKLREmSHknCAkpGiS6g5CwSFYWV8PrXuzW3uu/0TPdMd3WF7/1M3a5w6oTvqe6p+s+pagIECBAgQIAAAQIECBA4WECA5mATawh0W0DtCRAgQIAAAQIECBAgQKBzAgI0neuyzVdYDQgQIECAAAECBAgQIECAAIHVCrQxQLPaFsqNAAECBAgQIECAAAECBAgQaKOAOtUEBGhqGGYJECBAgAABAgQIECBAoE8C2kKgOwICNN3pKzUlQIAAAQIECBAgQKBtAupDgACBFQkI0KwIUjYECBAgQIAAAQIE1iEgTwIECBAYhoAAzTD6WSv3KDAajcpoZBqNGIxGDEYjBqMRg9GIwWjUOwO/6/SpY8AxsLZjYI+n4XYjMEgBAZpBdrtGEyBAgACBJgWURYAAAQIECBAgsJuAAM1uQrYTIECAQPsF1JAAAQIECBAgQIBAxwUEaDregapPgEAzAkohQIAAAQIECBAgQIDAOgUEaNapK28CiwtISYAAAQIECBAgQIAAAQIDFhCgGUznaygBAgQIECBAgAABAgQIECDQVoHVBWja2kL1IkCAAAECBAgQIECAAAECBFYnIKe1CAjQrIVVpgQIECBAgAABAgQIECCwVwH7ERiigADNEHtdm+sCo/GCqRQGDBwDjoGuHgNl5t9vj5e72hb1Ln4flcKglEYMvN/a41z8I0DgOAEBmuMc/E+AAAECBAj0Q+CQfjRDK7ovoAUECBAgQGA5AQGa5bykJkCAAAECBNotMJwATbv7Qe0IECBAgACBJQUEaJYEk5wAAQIECAxFoKPtdG7T0Y5TbQIECBAgMHQBJzFDPwK0nwABApsTUDKBdQgYQbMOVXkSIECAAAECaxcQoFk7sQIIENicgJIJEBiggHObAXa6JhMgQIAAgT4IOInpQy9qw+YElEyAAAECbRMwgqZtPaI+BAgQIECAwEICAjQLMW0ukZIJECBAgACBpQSc2yzFJTEBAgQIECDQFgEnMW3pCfUgQIAAAQIEViFgBM0qFOVBgAABAn0U0KaWCwjQtLyDVI8AAQIECBBYSsC5zVJcEhMgQGCVAvIiQGA/Ak5i9qNnXwIECBAgQKBtAkbQtK1H1IfAKgXkRYAAgR4LCND0uHM1jQABAgQIDFBAgGaAnb7KJsuLAAECBAhsSkCAZlPyyiVAgAABAgTWIdD2c5t1tFmeBAgQIECAQA8EnMT0oBM1gQABAgQIHBAY3NznZ1psBM0MiEUCBAgQIECgGwICNN3oJ7UkQIBAewTUhEC7BH49Ux3nNjMgFgkQIECAAIFuCDiJ6UY/qSWBQQloLAECBJYQ+NVMWiNoZkAsEiBAgAABAt0QEKDpRj+p5WoF5EaAAAEC/REwgqY/faklBAgQIEBg0AICNGvpfpkSIECAAAECDQkYQdMQtGIIECBAgACB7QRWt06AZnWWciJAgAABAgSaFzCCpnlzJRIgQIBAkwLKGoyAAM1gulpDCRAgQIBALwWMoOllt2oUAQJNCiiLAIF2CAjQtKMf1IIAAQIECBDYm8DsCBoPCd6bo70IrFNA3gQIECCwgIAAzQJIkhAgQIAAAQKtFZgdQePcprVdtc6KyZsAAQIECHRfwElM9/tQCwgQIECAwJAFZgM06xlBM2RhbSdAgAABAgQaERCgaYRZIQQIECBAYGcBW/csMHuLk3ObPVPakQABAgQIENikgJOYTeormwABAs0JKIlAXwWMoOlrz2oXAQIECBAYmIAAzcA6XHMJrE9AzgQIENiIgBE0G2FXKAECBAgQILBqAQGaVYvKb30CciZAgAABAgcLGEFzsIk1BAgQIECAQAcFBGhqnWaWAAECBAgQ6JyAETSd6zIVJkCAAAECmxdoYw0EaNrYK+pEgAABAgQILCpgBM2iUtIRIECAQJMCyiKwtIAAzdJkdiBAgAABAgRaJDA7guaQFtVNVQgQILBGAVkTINA3AQGavvWo9hAgQIAAgWEJzI6gcW4zrP7X2nUKyJsAAQIEGhVwEtMot8IIECBAgACBFQvMBmiMoFkx8DqzkzcBAgQIECBwQECA5oCFOQIECBAgQKB7ArO3ONXPbbrXGjUmQIAAAQIEBivgJGawXa/hBAgQILB/ATm0QMAImhZ0gioQIECAAAEC+xcQoNm/oRwIECCwPse/R6oAABAASURBVAE5EyCwm4ARNLsJ2U6AAAECBAh0QkCAphPdpJIE1icgZwIECHRcwAiajneg6hMgQIAAAQLHCQjQHOfg//UJyJkAAQIECKxTwAiaderKmwABAgQIEGhMoAcBmsasFESAAAECBAi0T8AImvb1iRoRIECAAIE1CfQ7WwGafvev1hEgQIAAgb4LCND0vYe1jwABAk0KKIvABgUEaDaIr2gCBAgQIEBg3wJucdo3oQwIEGhSQFkECBCYJyBAM0/GegIECBAgQKALAkbQdKGX1LFJAWURIECAQEcFBGg62nGqTYAAAQIECEwEjKCZMDT5n7IIECBAgACBdQgI0KxDVZ4ECBAgQIDA3gWW29MImuW8pCZAgAABAgRaKiBA09KOUS0CBAgQWJ+AnHslYARNr7pTYwgQIECAwHAFBGiG2/daToDA+gTkTIBAcwJG0DRnrSQCBAgQIEBgjQICNGvElTWB9QnImQABAgSOFzCC5ngILwQIECBAgEC3BQRout1/66u9nAkQIECAQDcEjKDpRj+pJQECBAgQILCLwMYCNLvUy2YCBAgQIECAwCICAjSLKElDgAABAgQ2KKDoxQQEaBZzkooAAQIECBBop4BbnNrZL2pFgACBJgWURaAXAgI0vehGjSBAgAABAoMVMIJmsF2v4QSaFFAWAQIE1i8gQLN+YyUQIECAAAEC6xMwgmZ9tnJuUkBZBAgQIDB4AQGawR8CAAgQIECAQKcFjKBZsPskI0CAAAECBNotIEDT7v5ROwIECBAg0BWBTdXTCJpNySuXAAECBAgQWKmAAM1KOWVGgAABAusTkDOBbQWMoNmWxUoCBAgQIECgawICNF3rMfUlQGB9AnImQKCLArMjaA7pYiPUmQABAgQIECAgQOMYINCggKIIECBAYOUCsyNonNusnFiGBAgQIECAQBMCTmKaUG6uDCURIECAAIGhCcwGaIygGdoRoL0ECBAgQKAnAksGaHrSas0gQIAAAQIE+iIwe4uTc5u+9Kx2ECBAgMCGBRTftICTmKbFlUeAAAECBAisUsAImlVqyosAAQJNCiiLAIEpAQGaKQ4LBAgQIECAQMcEjKDpWIepLoEmBZRFgACBLgkI0HSpt9SVAAECBAgQmBUwgmZWxHKTAsoiQIAAAQIrExCgWRmljAgQIECAAIENCPR8BM0GRBVJgAABAgQIbERAgGYj7AolQIAAAQItEeh+NYyg6X4fagEBAgQIECAwFhCgGSP4IUCAAIH1CciZwJoFZkfQHLLm8mRPgAABAgQIEFiLgADNWlhlSoBAgwKKIkBg2AKzI2ic2wz7eNB6AgQIECDQWQEnMZ3tOhVvTkBJBAgQINBigdkAjRE0Le4sVSNAgAABAgTmCwjQzLdpbouSCBAgQIAAgb0KzN7i5Nxmr5L2I0CAAAECBNYvsEMJTmJ2wLGJAAECBAgQaL2AETSt7yIVJECAAIEmBZTVXQEBmu72nZoTIECAAAECpRhB4yggQIBAswJKI0BgTQICNGuClS0BAgQIECDQiIARNI0wK4RAkwLKIkCAwDAFBGiG2e9aTYAAAQIE+iJgBE1ferLJdiiLAAECBAi0UECApoWdokoECBAgQIDAwgKtHEGzcO0lJECAAAECBAgcLyBAczyEFwIECBAg0CEBVT0gMDuC5pADm8wRIECAAAECBLojIEDTnb5SUwIECDQooCgCnRGYHUHj3KYzXaeiBAgQIECAQF3ASUxdwzwBAs0JKIkAAQKrEZgN0BhBsxpXuRAgQIAAAQINCwjQNAyuuOYElESAAAECgxCYvcXJuc0gul0jCRAgQIBA/wScxOy9T+1JgAABAgQIbF7ACJrN94EaECBAgACBvgs00j4BmkaYFUKAAAECBAisScAImjXBypYAAQIEmhRQFoFSBGgcBQQIECBAgECXBYyg6XLvqTsBAs0JKIkAgdYLCNC0votUkAABAgQIENhBwAiaHXBsItCkgLIIECBAYH8CAjT787M3AQIECBAgsFkBI2g2699k6coiQIAAAQK9FhCg6XX3ahwBAgQIEOi9wOwImn18zXbvrTSQAAECBAgQaLGAAE2LO0fVCBAgQKBnApqzDoHZETTObdahLE8CBAgQIEBg7QJOYtZOrAACBAg0J6AkAgMUmA3QGEEzwINAkwkQIECAQB8EBGj60IvaQKA5ASURIECgbQKztzg5t2lbD6kPAQIECBAgsJCAk5iFmCRqTkBJBAgQIEBgKQEjaJbikpgAAQIECBBoq8DwAjRt7Qn1IkCAAAECBPYiYATNXtTsQ4AAAQIEhiDQsTYK0HSsw1SXAAECBAgQmBIwgmaKwwIBAgQINCmgLAKrFBCgWaWmvAgQIECAAIGmBYygaVpceQQINCmgLAIEBiQgQDOgztZUAgQIECDQQwEjaHrYqZrUpICyCBAgQKAtAgI0bekJ9SBAgAABAgT2IjA7gsbXbO9FcZ37yJsAAQIECBBYSECAZiEmiQgQIECAAIGWCvxqpl7ObWZALBIgQIAAAQLdEHAS041+UksCBAgQ2JyAktst4BandveP2hEgQIAAAQILCgjQLAglGQECBNYnIGcCBPYhMHuLk3ObfWDalQABAgQIENicgJOYzdkrmUBzAkoiQIBAfwWMoOlv32oZAQIECBAYlIAAzaC6e32NlTMBAgQIENiQgBE0G4JXLAECBAgQILBaga4EaFbbarkRIECAAAECfREwgqYvPakdBAgQIEDgOIHB/i9AM9iu13ACBAgQINALASNoetGNGkGAAIEmBZRFoJ0CAjTt7Be1IkCAAAECBBYT+M04WT1IMxovO78ZI/ghQGCDAoomQIDAHgScwOwBzS4ECBAgQIBAqwTqAZpU7JD8ZyLQZwFtI0CAAIH+CQjQ9K9PtYgAAQIECAxNYPY5NM5v9n8EyIEAAQIECBBoWMAJTMPgiiNAgAABAgQisNJpNkBjBM1KeWVGgAABAgQINCEgQNOEsjIIECBAoHkBJQ5JYPYWJ+c3Q+p9bSVAgAABAj0RcALTk47UDAIEmhdQIgECrREwgqY1XaEiBAgQIECAwF4FBGj2Kmc/AusXUAIBAgQILCZgBM1iTlIRIECAAAECLRYQoGlx56y/akogQIAAAQK9EDCCphfdqBEECBAgQGDYAusN0AzbVusJECBAgACBZgSMoGnGWSkECBAgQGC+gC37FhCg2TehDAgQIECAAIENCxhBs+EOUDwBAgSaEFAGgb4LCND0vYe1jwABAgQI9F9gdgSNr9nuf59rIYF1CMiTAAECGxUQoNkov8IJECBAgACBFQjMjqBxfrMCVFmsQ0CeBAgQIEBgvoATmPk2thAgQIAAAQLdEJgN0Ax3BE03+kstCRAgQIAAgW0EBGi2QbGKAAECBAgQ2F6gpWtnb3FyftPSjlItAgQIECBAYL6AE5j5NrYQIECAQPMCSiSwFwEjaPaiZh8CBAgQIECgVQICNK3qDpUhQGD9AkogQKCHAkbQ9LBTNYkAAQIECAxNQIBmaD2uvesXUAIBAgQINC1gBE3T4sojQIAAAQIEVi4gQLNy0vVnqAQCBAgQIEBgSsAImikOCwQIECBAgEAXBbYL0HSxHepMgAABAgQIDFfACJrh9r2WEyBAgMD+BOzdIgEBmhZ1hqoQIECAAAECexKYHUFzyJ5ysRMBAgQIrEFAlgQILCogQLOolHQECBAgQIBAWwVmR9A4v2lrT6kXgXUIyJMAAQI9EXAC05OO1AwCBAgQIDBggdkAjRE0Az4Y1tF0eRIgQIAAgSYEBGiaUFYGAQIECBAgsE6B2VucunZ+s04beRMgQIAAAQIdEXAC05GOUk0CBAgQILB3gd7vaQRN77tYAwkQIECAQP8FBGj638daSIAAgfULKIHAZgWMoNmsv9IJECBAgACBFQgI0KwAURYECKxfQAkECBDYQcAImh1wbCJAgAABAgS6ISBA041+Usv1CyiBAAECBLorYARNd/tOzQkQIECAAIHjBQRojodY/4sSCBAgQIAAgTUJGEGzJljZEiBAgAABAnsR2Ns+AjR7c7MXAQIECBAg0B4BAZr29IWaECBAgEATAsropYAATS+7VaMIECBAgMCgBNziNKju1lgCBJoQUAYBAs0LCNA0b65EAgQIECBAYLUCRtCs1lNuBJoQUAYBAgQIzAgI0MyAWCRAgAABAgQ6J2AETee6rIkKK4MAAQIECHRLQICmW/2ltgQIECBAgMDBApsZQXNwPawhQIAAAQIECOxZQIBmz3R2JECAAAEC6xWQ+8ICRtAsTCUhAQIECBAg0FYBAZq29ox6ESBAYP0CSiDQFwEjaPrSk9pBgAABAgQGLCBAM+DO13QC6xdQAgECBBoRmB1Bc0gjpSqEAAECBAgQILBCAQGaFWLKagMCiiRAgAABAqXMjqBxfuOoIECAAAECBDon4ARmly6zmQABAgQIEGi9wGyAxgia1neZChIgQIAAgfYJbLpGAjSb7gHlEyBAgAABAvsVmL3FyfnNfkXtT4AAAQLrEJAngR0FnMDsyGMjAQIECBAg0AEBI2g60EmqSIBAEwLKIECgywICNF3uPXUnQIAAAQIEImAETRRMBJoQUAYBAgQIrE1AgGZttDImQIAAAQIEGhIwgqYh6CaKUQYBAgQIEBiqgADNUHteuwkQIECAQH8ElhlB059WawkBAgQIECDQKwEBml51p8YQIECAwOYF1GADAkbQbABdkQQIECBAgMBqBQRoVuspNwIECKxfQAkECMwKzI6gOWQ2gWUCBAgQIECAQNsFBGja3kPqR2ADAookQIBAxwRmR9A4v+lYB6ouAQIECBAgUIoTGEfBJgSUSYAAAQIEVikwG6AxgmaVuvIiQIAAAQIEGhHoaYCmETuFECBAgAABAu0QmL3FyflNO/pFLQgQIECAQAMC/SnCCUx/+lJLCBAgQIDAUAWMoBlqz2s3AQIEmhBQBoGGBARoGoJWDAECBAgQILA2ASNo1kYrYwIEmhBQBgECBCIgQBMFEwECBAgQINBlASNoutx76t6EgDIIECBAoAMCAjQd6CRVJECAAAECBHYUMIJmR54mNiqDAAECBAgQ2K+AAM1+Be1PgAABAgQIrF9g5xKMoNnZx1YCBAgQIECgAwICNB3oJFUkQIAAgfULKKHTArMjaA7pdGtUngABAgQIEBikgADNILtdowkQ2ICAIgkQWJ/A7Aga5zfrs5YzAQIECBAgsCYBJzBrgpUtgeYFlEiAAIHBCswGaIygGeyhoOEECBAgQKC7AgI03e275muuRAIECBAg0E6B2VucnN+0s5/UigABAgQIENhBoFUnMDvU0yYCBAgQIECAwDwBI2jmyVhPgAABAgRaKqBaBwsI0BxsYg0BAgQIECDQLQEjaLrVX2pLgACBJgSUQaBzAgI0nesyFSZAgAABAgRmBIygmQGxSIBAEwLKIECAwGoFBGhW6ynAOL/iAAAQAElEQVQ3AgQIECBAoHkBI2iaN1diEwLKIECAAIFBCQjQDKq7NZYAAQIECPRSwAiaPXar3QgQIECAAIH2CAjQtKcv1IQAAQIECPRNoKn2zI6guW1TBSuHAAECBAgQILAqAQGaVUnKhwABAgQ2IKBIAhOB2RE0k5X+I0CAAAECBAh0SUCApku9pa4ECDQvoEQCBLogIEDThV5SRwIECBAgQGBHAQGaHXlsJLB+ASUQIECAwETgj8f/X2c8XX883XA8/cl4uul4uvl4uuV4uvV4yq1Ltx+/3mk83WU83W083WM8XWs8zf48Yrziz8fTY8bT48bTX4ynJ42np4ynI8fTM8bTs8fTc8fT88fTC8bTi8bTUePJDwECBAgQIECgcQEBmsbJGy9QgQQIECBAoAsC3x9X8s3j6Q3j6fXj6TXj6W/H0yvG00vH00vGUwIofz1+TUDlL8evCbA8c/ya4M34ZeongZlHjdckUPOw8euDx9MDxtP9xtO9x9M9x1MCPHcdvybgc4fxawJA7xq/+iFAgAABAgQINC6wggBN43VWIAECBAgQINA/gY+Nm/Ty8bTJn0+PC3/ZePJDgAABAgQIbCtg5ToFBGjWqStvAgQIECBAYBmBJy+TeA1pn76GPGVJgAABAssISEtgwAICNAPufE0nQIAAAQItE/jUuD4vHk+b+Pn8uNBNlT0u2g8BAk0JKIcAAQJtFRCgaWvPqBcBAgQIEBimwKZG0Rg9M8zjbR2tlicBAgQIENiTgADNntjsRIAAAQIECKxJ4JhxvnkI8PilsZ8vjUtqusxxkXv9sR8BAgQIECDQRwEBmj72qjYRIECAAIH9CGx+36ZH0Rg9s/k+VwMCBAgQIDB4AQGawR8CAAgQINC8gBIJ7CKQES3P2iXNqjZ/Y5zRs8eTHwIECBAgQIDARgUEaDbKr3ACBNYkIFsCBLov8JSGmmD0TEPQiiFAgAABAgR2FhCg2dnHVgJzBKwmQIAAgTULfH2c/1PH0zp/vjvOXIBmjOCHAAECBAgQ2LyAAM3m+2D7GlhLgAABAgQIZBTNL9fI8Ixx3r8eT34IECBAgAABApsTOL5kAZrjIbwQIECAAAECrRPICJd1PTD4h+PWGj0zRvBDgAABAv0X0MJuCAjQdKOf1JIAAQIECAxVIKNo/nsNjU9w5udryFeWBAgQGKKANhMgsAIBAZoVIMqCAAECBAgQWJtARrqsehTNf45rmwDN+MUPAQLdEFBLAgQI9F9AgKb/fayFBAgQIECg6wIZRfPjFTYiz55JkGaFWcqq8wIaQIAAAQIENiwgQLPhDlA8AQIECBAgsKvAf41TrGoUzS/GeW1k9My4XD8ECBAgQIAAgbkCAjRzaWwgQIAAAQKdEuh7ZTOK5t9X0MgEZ36wgnxkQYAAAQIECBBYqYAAzUo5ZUaAAIE+C2gbgY0KHDsuPUGa8cuef3493jMBmvGLHwIECBAgQIBAuwQEaNrVH2pDYNgCWk+AAIGdBXKb0zd3TrLj1jx75rs7prCRAAECBAgQILAhAQGaDcErdjMCSiVAgACBzgvsZxSN0TOd734NIECAAAEC/RUQoFlt38qNAAECBAgQWK9ARsF8eQ9FPHu8z9fHkx8CBAgQIECAwCoEVp6HAM3KSWVIgAABAgQIrFlgL6NoEthZc7VkT4AAAQIEVikgr6EJCNAMrce1lwABAgQIdF/gL8dN+MJ4WvTnr8YJ/208+SFAgACBuoB5AgRaJSBA06ruUBkCBAgQIEBgQYE8MHjBpMWzZ4p/BDYjoFQCBAgQWFxAgGZxKykJECBAgACB9gi8cFyVz4yn3X5ePE5wzHjy008BrSJAgAABAr0REKDpTVdqCAECBAgQGJzAIqNo9vnsmcGZajABAgQIECCwIQEBmg3BK5YAAQIECEwE/LcfgZeOd/7EeJr38/Lxhk+NJz8ECBAgQIAAgdYLCNC0votUkAABAvsTsDeBngvs9I1Onj3T887XPAIECBAg0CcBAZo+9WY32/KbcbVNpXTZQN31n2PAMbDJY+CV498j834+Nt6wybop23vDMeAYcAx07xgY/+rwQ2AzAgI0m3FX6lICEhMgQIAAAQIECBAgQIAAgX4LCNCkf00ECBAgQIAAAQIECBAgQIBA/wVa3EIBmhZ3jqoRIECAAAECBAgQIECAQLcE1JbAXgUEaPYqZz8CBAgQIECAAAECBAg0L6BEAgR6KiBA09OO1SwCBAgQIECAAAECexOwFwECBAhsQkCAZhPqyiRAgAABAgQIDFlA2wkQIECAAIGDBARoDiKxggABAgQIEOi6gPoTIECAAAECBLomIEDTtR4bWH1/85vfFBMDx4BjoIXHgM8mn8+OAceAY8Ax4Bjo4DEwsMspze2YgABNxzpMdQkQGIqAdhIgQIAAAQIECBAgMCQBAZoh9ba2EqgLmCdAgAABAgQIECBAgACB1ggI0LSmK/pXES0iQIAAAQIECBAgQIAAAQIEFhPocoBmsRZKRYAAAQIECBAgQIAAAQIECHRZYBB1F6AZRDdrJAECBAgQIECAAAECBAjMF7CFwOYFBGg23wdqQIAAAQIECBAgQIBA3wW0jwABArsICNDsAmQzAQIECBAgQIAAgS4IqCMBAgQIdFtAgKbb/af2BAgQIECAAIGmBJRDgAABAgQIrFFAgGaNuLImQIAAAQIElhGQlgABAgQIECAwXAEBmuH2vZYTIEBgeAJaTIAAAQIECBAgQKClAgI0Le0Y1SJAoJsCak2AAAECBAgQIECAAIG9CAjQ7EXNPgQ2J6BkAgQIECBAgAABAgQIEOihgABNDzt1f02yNwECBAgQIECAAAECBAgQINC0QPMBmqZbqDwCBAgQIECAAAECBAgQIECgeQElLiUgQLMUl8QECBAgQIAAAQIECBAg0BYB9SDQJwEBmj71prYQIECAAAECBAgQILBKAXkRIECgMQEBmsaoFUSAAAECBAgQIEBgVsAyAQIECBA4TkCA5jgH/xMgQIAAAQIE+imgVQQIECBAgEAnBARoOtFNKkmAAAECBNoroGYECBAgQIAAAQL7FxCg2b+hHAgQIEBgvQJyJ0CAAAECBAgQINB7AQGa3nexBhIgsLuAFAQIECBAgAABAgQIENisgADNZv2VPhQB7SRAgAABAgQIECBAgAABAjsICNDsgNOlTepKgAABAgQIECBAgAABAgQIdFdg0QBNd1uo5gQIECBAgAABAgQIECBAgMCiAtJtSECAZkPwiiVAgAABAgQIECBAgMAwBbSaAIHtBARotlOxjgABAgQIECBAgACB7gqoOQECBDooIEDTwU5TZQIECBAgQIAAgc0KKJ0AAQIECKxaQIBm1aLyI0CAAAECBAjsX0AOBAgQIECAwMAEBGgG1uGaS4AAAQIEjhPwPwECBAgQIECAQJsEBGja1BvqQoAAgT4JaAsBAgQIECBAgAABAgsLCNAsTCUhAQJtE1AfAgQIECBAgAABAgQI9EVAgKYvPakd6xCQJwECBAgQIECAAAECBAgQaERAgKYR5nmFWE+AAAECBAgQIECAAAECBAj0X2D3FgrQ7G4kBQECBAgQIECAAAECBAgQaLeA2nVeQICm812oAQQIECBAgAABAgQIEFi/gBIIEFivgADNen3lToAAAQIECBAgQIDAYgJSESBAYNACAjSD7n6NJ0CAAAECBAgMSUBbCRAgQIBAewUEaNrbN2pGgAABAgQIdE1AfQkQIECAAAECexQQoNkjnN0IECBAgMAmBJRJgAABAgQIECDQTwEBmn72q1YRIEBgrwL2I0CAAAECBAgQIEBgAwICNBtAVySBYQtoPQECBAgQIECAAAECBAjMCgjQzIpY7r6AFhAgQIAAAQIECBAgQIAAgY4JCNDsocPsQoAAAQIECBAgQIAAAQIECPRfoMkWCtA0qa0sAgQIECBAgAABAgQIECBwQMAcgS0BAZotCjMECBAgQIAAAQIECBDom4D2ECDQFQEBmq70lHoSIECAAAECBAgQaKOAOhEgQIDASgQEaFbCKBMCBAgQIECAAIF1CciXAAECBAgMQUCAZgi9rI0ECBAgQIDATgK2ESBAgAABAgQ2LiBAs/EuUAECBAgQ6L+AFhIgQIAAAQIECBDYWUCAZmcfWwkQINANAbUkQIAAAQIECBAgQKDTAgI0ne4+lSfQnICSCBAgQIAAAQIECBAgQGB9AgI067OV83ICUhMgQIAAAQIECBAgQIAAgcEKDChAM9g+1nACBAgQIECAAAECBAgQIDAggW42VYCmm/2m1gQIECBAgAABAgQIECCwKQHlEliDgADNGlBlSYAAAQIECBAgQIAAgf0I2JcAgeEJCNAMr8+1mAABAgQIECBAgAABAgQIEGiZgABNyzpEdQgQIECAAAEC/RDQCgIECBAgQGAZAQGaZbSkJUCAAAECBNojoCYECBAgQIAAgR4JCND0qDM1hQABAgRWKyA3AgQIECBAgAABAk0JCNA0Ja0cAgQIHCxgDQECBAgQIECAAAECBCYCAjQTBv8R6KuAdhEgQIAAAQIECBAgQIBAFwQEaLrQS22uo7oRIECAAAECBAgQIECAAAEC+xZofYBm3y2UAQECBAgQIECAAAECBAgQINB6gaFXUIBm6EeA9hMgQIAAAQIECBAgQGAYAlpJoNUCAjSt7h6VI0CAAAECBAgQIECgOwJqSoAAgb0LCNDs3c6eBAgQIECAAAECBJoVUBoBAgQI9FZAgKa3XathBAgQIECAAIHlBexBgAABAgQIbEZAgGYz7kolQIAAAQJDFdBuAgQIECBAgACBbQQEaLZBsYoAAQIEuiyg7gQIECBAgAABAgS6JyBA070+U2MCBDYtoHwCBAgQIECAAAECBAisWECAZsWgsiOwCgF5ECBAgAABAgQIECBAgMCwBARohtXfVWu9EiBAgAABAgQIECBAgAABAi0SWFOApkUtVBUCBAgQIECAAAECBAgQIEBgTQKyXZWAAM2qJOVDgAABAgQIECBAgAABAqsXkCOBgQgI0AykozWTAAECBAgQIECAAIHtBawlQIBAGwQEaNrQC+pAgAABAgQIECDQZwFtI0CAAAECuwoI0OxKJAEBAgQIECBAoO0C6keAAAECBAh0XUCApus9qP4ECBAgQKAJAWUQIECAAAECBAisVUCAZq28MidAgACBRQWkI0CAAAECBAgQIDBkAQGaIfe+thMYloDWEiBAgAABAgQIECBAoLUCAjSt7RoV656AGhMgQIAAAQIECBAgQIAAgb0JCNDszW0zeymVAAECBAgQIECAAAECBAgQ6KXAVICmly3UKAIECBAgQIAAAQIECBAgQGBKwEL7BARo2tcnakSAAAECBAgQIECAAIGuC6g/AQJLCgjQLAkmOQECBNoi8Ktf/ap84hOfKA972MPKYYcdVk5zmtOU0Wi0NZ3sZCebrL/vfe9bPvzhD5f/QwHSrwAAEABJREFU/d//bUvVt63HbW5zm626j0ajkuVtE1q5rUC8RqMD/X/EEUdsm64vK9/0pjdtHS9nOtOZype//OWtpuV9cdKTnnRr+2h0wGU0Wnz+kEMOKWc961nL1a52tfLnf/7n5Zhjjil5320VZGZhgRyPo9EB+xyvC+/c0oSzx9k5znGO8p3vfKelte1rtbSLAAEC/RIQoOlXf2oNAQIDEPjBD35QHvSgB5WTn/zk5eIXv3h5whOeUD71qU+VH/3oR1Ot/9nPfjZZf+SRR5ZLX/rS5XSnO1151rOeVf7nf/5nKp0FAl0UeNe73rVV7Ytd7GLlzGc+89byqmZ+/etfl29961vl3e9+d3nMYx5TLnjBC5bzne985T3veU/5zW9+s6pi5NNmAXUjQIAAAQINCgjQNIitKAIECOxHIIGVJz3pSSWjBfKa5WXy++lPf1ruec97lgtf+MLlYx/72DK7SkugVQIJRn7oQx/aqtP1rne9cqITnWhreZ0zX/rSl8pVr3rV8rSnPW0lQZp11lXeBAgQIECAQLcEBGi61V9qS4DAQAW++93vlute97qTkTPzblU6wQlOUM5ylrOUs53tbJPXLG/HlQvMy172suU1r3mNC8ztgPq1rpet+fznP18+/elPT9p2kpOcZDKSbLKww3+nPvWpJ++NvD8WmRII3SG78sAHPrC8/vWv3ymJbQQIECBAgACBpQQEaJbikpgAAQLNC3zta18rV7jCFSa3WcyWfolLXKK8+tWvLj/+8Y8nz8b45je/Wb7+9a+XvP7yl7+c3J7x2Mc+tpz4xCee2jVBnpvd7GYruMCcytYCgUYE3v/+95djjz12UlZuOzrXuc41md/pv5e85CWT90beH4tM3/72t0tucfrKV75S7nOf+5Tf+q3fmso+2+51r3uVbC/+ESBAgAABAgRWICBAswJEWRAgsEaBgWf9k5/8pNz+9rcv//qv/zolkREAeS7GRz7ykXKTm9yknPKUp5zanoXRaDR5LsfDH/7wScDmRje6UVZvTbnAvMtd7lI+97nPba0zQ6DtAj//+c9LAjRVPfN8pYyOqZZX+Toajcqhhx46uZ0pz3maDQTl+TQvGQd+VllmX/PKc7Py3J5q4tbXntYuAgQIENiPwAn2s7N9CfRBQBsItFUgI2Ae/OAHHzRy5vKXv3z56Ec/Wq5ylatMvqVmkfrnG55e9apXlTve8Y5Tyf/jP/6jPPrRj279NzxNVdrCoAUysuWf/umftgzyDUtbC2ucucAFLlCOOuqocsITnnCqlLe//e0lgdSplRYIECBAgAABAnsQEKDZA9qSu0hOgACBPQm8973vLX/1V381te/v//7vl1e84hXljGc849T6RRZyi8Zf/MVflNwWVU//ute9rhx99NH1VeYJtFbgs5/9bMkzmVLBvA9+7/d+L7ONTBmtk2dB1QvL6LYEjerrzBMgQIAAAQKDFdhXwwVo9sVnZwIECKxHIN/Q9NSnPnXyDIyqhDwM9fnPf34561nPWq1a+vW0pz1tyaic0Wi0tW9udXrRi15UMmJna6UZAi0VeNe73rVVs4td7GKT2/i2Vqx55v/8n/9zUIAzt1z993//95pLlj0BAgQIEKgEvPZZQICmz72rbQQIdFbgk5/8ZMkImnoDbnvb25Y//MM/rK/a0/xVr3rVg/L5wAc+UL7xjW8slN/3vve98sIXvrDc4AY3mFwcj0ajya1Wo9Fxr7md6lKXulRJgGnRPBcqeJdEP/vZzybfTHWta12rpA6j0XH1GY1G5RznOEc5/PDDywc/+MHJw5R3yWpr85vf/Oapth1xxBFb2371q19N8rvZzW5WTn/602+lO+SQQ8p5znOekmf/7Kf9eVbHF7/4xck3d/3u7/7uVP6XvOQlJyOpEsjbqtA+ZvLQ6A9/+MPlvve9bznssMPKyU52sq3yRqNRSZvOec5zlhi+853vXPiWuO985zsT+9HouL640pWuVP7rv/5r8u1heY5MRqSMRsdtS5/Fcqc++tGPflQ+9KEPlepfHp59ohOdqFrszOsPfvCDyXso75O6dZxz7OThw//yL/8ycVq0UTk2R6PjLEejUcmxW+2b4yQj71JebtEajY5Lt4h56pr38kUucpHJcTAaHbdv3lP3u9/9Fv7cmK3fbW5zm6p6U685PnKcjEYHyslxVCWq6pPjdLYtee+n3Tmeq/TLvtY/R+p9c4YznKHkmV1f+MIXls1ybvr6ezz9nv4fjY5rd8pOfz3jGc8oafPcTGY27OSXY+ra1772Vj+mjFWYzVTBYh8EtIEAgY0JnGBjJSuYAAECBOYKvPKVr9z6lpokyl/uc/E6Go2yuK8pDxS+9a1vPblwvuc971n+/u//vuRri3MBvlPGObm/xjWuUXJbyR3ucIfyxje+sdQvnKp9cxGdhxff//73L2c/+9lLHk6cb5Wqtq/6NRefT3rSk0oeFHvTm960vOMd7yipQ72cfGtPHkp62ctetpzvfOcr73nPe5a6+K3nlfkEThJcSH5/+7d/W77//e9n9WTKiKR/+7d/K49//OMn7U+dfvjDH062LfpfvG584xtP6pq2felLX9raNfnnGUS3uMUtyoUvfOHysY99bGvbsjOxe9aznlVOd7rTlbTnyCOPLHkYbi5S63mlzK9+9aslhte85jUn6XOMJkhVT7fI/C9+8YvygAc8oFzxilcsCQpV+6TPYnm5y12uzAYnqzRf/vKXS47DLOfiPAGazDc5/fSnP91zcdn3Hve4x8Qv76G8T+rWcc6x88xnPrNc6EIXKgnEVe3dS6EJALzlLW+ZvGdzvKS8evCiMs9xnH6tbh1LWenb1CNfN5738mc+85mpEX15Tz3taU+bHOOPe9zjFg7aJe+9TKn3k5/85FLVJ8dp1lV5pS1571/veteb+KbdaX+1fbfXtDfH9JnPfOaS92zyqvfNv//7v5eMYDz/+c8/OX7z3tktz522p1/Tv/k8yns8/Z7+r/ZJ2emve9/73pP25LjJ8VNtX+Y1+T772c+efF689a1v3erHlJF2xiyjKJfJc79p7U+AAAEC2wsI0GzvYi0BAgQ2JpALjfoogVTksMMOm1ywZX4V05/92Z+VXHDnr7N5yGr+kjov31zkVCf3CebMSzdv/d/93d+Vi170ouXjH//4vCR7Xp825CI93xBTv1jbKcMEOzKKKEGCRfep5/f//t//m7Rn0cDIa17zmpI6fu1rX6tnM3c+waN4xW1uouM3pC0JmmXUyfGrFn5JECj1SpBu2Qu/pP/TP/3Tcve7332pC/NcKCYIlBEZ8yqaUWKzz0mq0uZ9Ud1OlBEduViutjXxmpEMs++BBCwXue0wx0uel5P30qJ1zT4JwmWfvA8X3S/pkj4BlDwzJ/2VdTtN+Va4W97ylpMHHud9kb7NSJ7M77Rftj3iEY8ouXUyZWZ51VMewpzj7YEPfOBCx9tPf/rTknan/YvUKYGKBMxSxiJWT3nKU0oCJrm9bdm2JhCUz930a/p30f1zDOT4+eQnP7noLlvpXvva15b0Zd5/WytrM2c5y1lKPkdqq8wSIECAwIYEBGg2BK9YAgQIzBPIX6Znh9Hn4cAZITJvn3Wuf/3rX7/tyX0eOpx63e52t5t8O1Rec9FxghMc/Ksl3xaVv8Jn+P2q6pqARy4qtgv8VH8Fz7dW5a/huQVpttwECe52t7stdMFX7ZtbwXIRWwUJsj55p4yUdf3rX7+c9KQnzeqpKV9l/tjHPnbX5/xkZExGzsRrKoPxwsUvfvGJczX6abxq8vPjH/+43OpWt5qMgpqsWOC/XPAefvjh2wbNfud3fqekHWlPpszPO/YyoiC3lCxQ5CRJRsw84QlPmMznv/RT2pMp81kX34zyynx9ysXw2972tq1VGfEzr15biVY4kwv93Np33EX1gYwT5MoxcGDNwXPp1xyr293ydu5zn7uk/ZX17PGTi+oEAzJ6JHU4OPft1+SWpgQ06lvnHUNVmgRp/vIv/7IkiPa85z2vWl3yXs9xUNUxy1sbj59JACH9e/ziyl4yUiWjSBJkqDLNZ0wCealPPncy2qjaVn995CMfWerf+FXfVs0nAHWf+9ynHHXUUdWqrddTnepUk9E0KSdB3Xq7cyzkoevL9EnS5nMn7Um/bhU0nkneGVGTsjKlfWnneNPWT46fK1/5ypNv8dtauctM9kkwuiqvalPcMnonu9/gBjcohx56aGZNBAgQILBhgYPPojdcIcUTIEBg6AIJ0Pznf/7nFMO8EQVTidawkJP7/GW8OrlPEXlY8Utf+tKSvzrnr7m5UMm3TeX105/+9OQZI895znMmF3VJX0155sg//MM/VIv7ek2A4fa3v33JN+jUM7rhDW9YchvMt771rZLbZVKvvObWjdwSkZFI9fQveMELSm7jqK/baT6jZxIQSZr0SfJM3ikjZb3hDW+YjECIRS64kq6a8m1ZuZWsWp59zeiMjFqY5F/bmIv3BGwSGEgZuc0oI4fSztyakKSZTxAg84tMufjOxXg9bfJKPrmVI+1IWZkyn1u0UvcEI+r75IIzaXIRXV8/bz4Xw9knF55Pf/rTS471tCdTRvRkRFBGMWy3f74pqX6xnZFf26Vbx7qMeshx8pCHPGQq+9xmdac73WnyvJ6pDbWFBBITdJrt1/R1+jW3tqT9cYx1ju085+dsZztbLZdSUvYywbAck9X79q53vWtJWfVj6Ctf+Up5+9vfXnLBXi/ooQ996OS5R1mX9/rLX/7ykv5N3ep1TPAjaarp2GOPLUmb/q3WreI1tw/mNpzklfdUgiIZ5ZLbf1KfvNfyzV75rEoQJemqKYHUF7/4xTvezhinfA5U++Q1t/wlGBizbE85eTh1PvPy2ReXpMvnQWwyv8iUYHf6sZ72FKc4RXnZy142+TxNgCtlZUr70s4ENPN+qfbJcZTn9+T9Uq3b6TX9kfdd0iQQlfdR2hS3vKfzHszzskaj/d8+mzJMBAgQILA/AQGa/fnZmwABAisXyLMJ6pmORqOSv7LX1+13ftH985yZXEBW6XNBmou6XHDmYqlaX3898YlPXHILVdIlfbUtFwoZgVIt7+d1uwBDLmRyO9E5z3nOg7IejUYlt8QkQJS61xPkL9r1Nta3zZtPcOh973vfJM/RaPrCJg/6zF+n8zyL2QurXNDNyzN1zwV0fXvalGdD5Nu36uszn3ZmVEH+2p7lRac85Hl2tMBNbnKTkryS57x88tf29GlG+NTTJEi13bOI6mlm5/PMktxaFatq22g0Kuc617kmD3iu1tVfcxGeYFjW5bai3O6R+XVNuRBOmemDtH27UQ8ZFZUHuc6rQ74ZLWnqgcQcE6961asmgcHt+jUmV7/61SejJC5/+ctvZZ1gS9wSyNtaucBMHs6bgOlsWaPRqOS5M6lfPZu8T7OcwE2eBZSAWeqUddWU93gu6g8//PBq1eQ16Zet32THBf5LfY4++voIrywAABAASURBVOjJrVSzo4yye24zSxB0NkiTZ9EkKJE0s1OCkU984hOnVudhvbmV7lrXutbkYbr1jfnMy+dH2pn61LftNp8A0mywO2V94hOfKHk+UPKezSPtTEAnAap6eQmsZPRa1Vez+223nL7KsZC+q29PIDDvp/o68wQIECCwOQEBms3ZK5lAnwW0bYUCOaFu8laOquqzt5RkfYIBeYhr5nebMtoiz4Gop/vqV7+641+z62nnzW8XYEi9cgvV7IXkbB654MnIjYx+qbYluJC/YFfLu73mdopctKdfdkr7x3/8xyUX2vU0GWG03UVVRk1sFzTZrU25qMutL/UL+Xp5283nYa/1W+hy4ZfREMlru/T1dWlzAhV5aHW1PnVf5qI8z7vYywOvM4KhKvNiF7vY5BvEquVFXjNCaDQaTUa7jEa7v+Y9l1v2Hvawh5WM7Jkt4y53uUvJiITRaDS7aWs5F9IJGmytGM9kBEhuiRuN5u83TjZ5sG+Cc3kobpYzJYA3+wycrJ83JQCT26NGo/ll5Tjd7gI99cxtNvPyzvGSwMJodCDvBNAy4mXePvtZn/pc5jKX2TGL3BqX98xodKBOCcLMC9DkeU+5/bDKNAHljCzJt6ZV67Z7jUuCxKPRgXK2S1dfNxvszvsunzu7lZU8MlosD/POfDVlZFA+T6vlnV7Troz0Sp/tlM42AgQIENi8gADN5vtADfYkYCcC/RWYHUGToEP9griplieQ8Ed/9EeTZzBkZEMuWJe5sE6d64GQ1Du3HuU2gczvdcpfr3PhW+2fC9g8a2PRi4+MJLjvfe9b7T55zeiV3M4wWdjlvzzvZbdnjiSLBDP+4A/+ILNb07z2J2iSv6RXCXNBlYv/RdqUi9LcljIaLXaxmGfM5PaaPO8i8wkinf/856+K3vU1o7mq58UkcW7xyIV55heZMuIkf7VfJG2VZvbB2Qn+nehEJ6o2N/qafs3Fcp65slv/ZFTSj3/846365f2Q0Vej0WJ9lYv3XFhvZTCeyS02CZ6OZ3f9Ofzww0vqu1PCHMsZIVRPc45znGPykN36uu3mE2zL50K1LfXKbUXV8qpeF61Pyjvvec9bznCGM2R2Ms07PjO6Kf0zSXT8f/nGuTzb6PjFHV8S8MtzhXZMdPzGBDETjDl+cfKS92COh8nCAv8l2J33bJU0nyW5Fa5a3uk1oweXeY/vlJdtBAgQILBeAQGaeb7WEyBAoCUCuQDKRVTT1cmFXS4i8ryCjCDIc0gWHT2zrromaJTh/vX8M0ogQYP6ut3m8xfw+qiBL37xi6Ue9Jm3f4JOl73sZedtPmj9BS94wYPWbbfiH//xH6ceILzsBVUu3GaDQduVk3V5sHOep5LnXWR0watf/eqSdmVbE1NGvyxbXp6NUwUus+8yfbCqNiWIkW/vSTAq74sETnfKOw/Ezi059TS5PSwBwvq63eYzeiJtrtLlOTzzRoRUafJ6mtOcpqSvM7/TlEBXnrlST5OHCdeDHPVt9fmMAtnpG+Dqafczv2h9UkY+L3O7U+Z3mjISb/YB49e5znUWfi/k8zHB2p3KqLblFsoEYavlPMMmD+YdjRYL1GW/BGJnb9/KaKoEmrJ9pylBq/TVTmlsI0CAwOAFWgIgQNOSjlANAgQIVAI5Ea/m85qRHYtckCVt36eMRshzQertzG0oo9HiFzrZNyNHMjoh85lykVO/1SHrtpty0brMt53kAaDb5VNfl7Jz60p9Xf6KnwvN+rqd5pN2kYvxnfJoalv6a9myciFdjczIxeZeRgPEKCN3tpuybbs6pa/f+ta3ljy0OwG8+93vfmWRPk1eCX7VbyXLugTe8rrMlDrkuKv2SWAhAatqed5rRr3Vg5Dz0iX4k1v/6tszQirr6+s2Ob9MUC+jmmbbs13d85DkjEKptiWglXKq5UVe8xykk5/85LsmzbFTHb9JnH5ZJIiUtPVpNgh7zDHHlHwm1tNsN5/jbjRa7jNyu3ysI0BgfwL2JrCIgADNIkrSECBAoEGB3DbQYHErLyrPI8m3zeR2qEc84hErzT+3usx+e0keXJvbQJaZ8oDaXDTVK5dvM6kvbzf/27/92wd9O9V26ZZZl1swctFd3ycX5fXlReYXHa2zSF6zafItMAlg5dk7+ZrfRaxm88hyLvrnBUOyfbspt8286U1v2tqU0U/LjkLJzvmmpNR7uymjwxIIffSjHz3Vv3nGx5/8yZ+UPGg2o7eSz6JTgqrJs0o/Go1Kvp1nmeM0aR/0oAeV+nNdUo/Z46Uqo/6aIEWCFfV1i8637TMoo3wWrfui6RJAS3C0Sp8RJgnSVMuLvCbQkmDvbmmr0V9Vunw7Ux4YnP5dZspzb6o88prjNnllfqdpL8GgnfKzrbUCKkaAQA8ETtCDNmgCAQIEeiUwezKdv7zmYqJNjcxFc74+OIGY5z73uSVf+5pvJMltH7ldIs9nyK1RubBfZb0ToJm9IMkw/3xN7jLTUUcdNfna4XrdZgM/9W3VfEZf5MK3Wl7Fa26FSdCgnlcs68uLzO9ln3q+ufBPcC1f151vGcpzfXJ7TS5a80ycjBbIA3NnR4XU89htPvnk1pDd0tW3J9CR23qqdTe84Q0nD/qtllf1mqBPHpac9qefq3zz/rv5zW9eErxZ5njOsVoPAMQ3X1W9zHGatK94xStKvsK6qk9eFzlW8z5cR2Aj5Tc97ffY3q6+9W/Wyvb0+bLv7aTPftl/p2m2vxK4y2dQ+neZKZ919XLyWZjjrL5uu/lFR31tt+/0OksECBAgsG4BAZp1C8ufAAECSwrkgZgZaVDfbfYCvr6tqfl8TWxu8cjtFrnIziiPBGLudre7lb/5m78pec5Cvgq4qfooZ/8CCTgkyJZnC+WYy0V9nmeTgES+Herd7353WeQCcP81mZ9DbmnLc1+SIiMWEijK/Lqmww47bPKV4xlRUS8jAZojjzxy399CVs9znfMJHqRP11nGyvOWIQECBAgQGLiAAM3ADwDNJ0CgfQJ5/kMulOs1m31GSX3buufzV9p8Ve/Zz3728rSnPa0sOpont1fkG5bWXT/5Ly+Q0Rz5iuELXOACJUG2PKR40eBajs8TnKC504f9fr12XWfR+dxGlW9qmk3/kIc8pLz+9a+fXW2ZAAECBAgQILASgebOsFZSXZkQIECg/wK5AJ59WOWnPvWplY5kyKiIK17xiiXP18jXv+Y2kly0z+pmaH6+OSRfKTy7rb6cv9bnIbV/9md/VvKtQHn45i9+8Ytyr3vdq55s5fP5NpQ8QDZ13++UZ5Tss4Kd2D1Oz3nOc8rVr371km/n2qnSCbBd//rXL0cccUT5yEc+UvK8nHjP3oa3Ux772Zbj9EMf+tBWFle4whVKU7ft/N//+3/L4YcfvlV2ZhLESpAmt/dleZkpAc7qfZY+2M+U59IsU7a07RK49a1vPRmJtZ9jIPv+7Gc/K7MPDm5XS9WGAAECBJYVEKBZVkx6AgQIrFkgF6C5EK0X88lPfrJ87nOfq6/a13wekPvhD3+4vO51ryu3utWtSh4Kesc73nEqz9z+kof85oK8viG3N935zncu+XabXHDmORt5jkrqmAv/m9zkJiVBptFo9d8akls28pybqj55PsiiI3qqfdr2mm+BOec5zzlVrdmHik5tnLOQkU5zNk2tzjNWcoGfYEN9Q27tSf995jOfmXxrUS4A0795bkqeR5NRJTk26/usez7fVlRZpO8ve9nLrrvIrfwzAuzP//zPS74NaWvleCbPLnnUox5V8v4YL879SX3rGxNs6vqxWm9P1+dnH6qdb3XKt3Ut064cAwmS7LZPjqV6mgSwF9mvvo95AgQIEBiGgADNMPpZKwksJiBVawSufe1rl/ozMBIEOeqoo0pe91vJXHi//OUvP+jBo3kgbD3vBGbygNL6umtc4xolo2rybSJ/9Ed/VDLCoh4wqaddx3yeQTL7rSmf/vSn11FUY3lm9FECZPUCE0BLP9XX7TZfBTJ2Spfj5+lPf3pJYKtKl4vHjHrKg3gzAirPeDnZyU5Wbd7oa47Bqq7nPe95y/nPf/5G63PooYdOHg48W2ieufS2t71tdvXUcoKUCb5VK3Pxv5eRN9X+XlcrcMYznrEk2Fzlmgf3JiBZLS/ymqBbPg93SzsbDMrzun784x/vtpvtBAgQIDBAAQGaAXb6JpusbAIEFhPIhei1rnWtqcQvfelLS/12j6mNSyzkQj7fsFTfJeVd+cpXrq8qb3nLW6aCOAnGZIRFvtVnKuGchQQYVh08OeUpT1lS13qR733veye33tTX7Tb/ve99ryQQkYvoBKbuec97ltxGttt+69g+Go0Ouk0ho1zyjUqLlpcRTHmOzG7p87Dpo48+eipZRtPkVrfRaLERT7kg/f73vz+VxzoWEkyqf2tNRvDkm5bWUdZOed74xjcu17nOdaaSZPTRQx/60B2fx5Sg2+w3/Lzzne8seV9MZbbLQh6SnPdebiu7wQ1uUDKaKf24y2427yKQW87iWiVLIDABwWp5kdf0TfUA653SX+QiF5n65rH0X0aq7bTPdttyq2mCp/kMzDfnZTm3HW6X1joCBAgQ6KZA3wI03ewFtSZAgMCMQG6PyGiGE57whFtbjj322JJvUVrmwn1r5+NnfvKTn0yeC5O/Fh+/avJy+OGHl3w702Rh/F8ujr/whS+M5w78XPSiFy25SDywZue53M6RURk7p1pua26xycid+l4J0Cx7YZUL/8997nPlO9/5Tsk3FeVCp4mgQ73e9fk8DyjP06nWHXPMMeX9739/tbjray72FgneZYRAve9Ho1FJ2aPRYsGZVKR6Fk3m1znlW8NyG15VRgJpo9Hi9az22+9rRlk85jGPmRrRljxz/LzwhS+cG3BJMGk26JkHDO/23J/kXU0J5iSYmiBAbot54xvfWFKm22Mqob2/nv70py+zt5K+8pWvLAl2LpJrPiOTfpG0F77whcv5zne+raTp1xe96EW73ia3tcN4Jp/7GbmVvs9nc+Yzims0av49Ma6OHwIECLRFoHf1EKDpXZdqEAECfRG49KUvXW53u9tNNSff5pRnvPzwhz+cWr/IQp6X8IAHPGASkKinv9CFLlRue9vb1ldNbqWa/ctsHvr7q1/9airdvIVcgCTokVt15qXZ6/orX/nKpf4tVwlcPfrRjy4JPi2SZ0aAPP7xj59KmguoBKCmVja4kFsgLn/5y2+VGL8nPvGJJRdlWyvnzKRfjzzyyKnRTnOSlp///Oel3ocpJ/vPSz+7PrdmPOEJT5hdvZblBJ0SlEjmGbU1++DsrG9qOuyww8rd7373g4p70pOeVPLspYM2jFeMRqOSByzXv/EqAcHss6h58s77aJzd1k+CCueceWbR1kYzCwuMRqOSB0GPRgcCHO973/tKnrm0SCYJiCbgtkjaBIOuec1rTiXN87/e9KY3Ta3baeGoo44q+fyvp7nRjW7U2EOz6+WaJzAyN6rXAAAQAElEQVQsAa0l0KyAAE2z3kojQIDAwgIZRfPgBz+4nOc855naJyNGcrvHe97znrl/vZ/aYbyQoERGnrzgBS8YLx34ycVjLrhzAXFgbZmc9NeH/2dbLkgypD/zO00JADz5yU8uj3vc4w5Klm0JChy0YYkVCWbc4ha3mNojo2ByAZ2/Lk9tmFlI0OlRj3pUmQ0c3fWudy0Z8TCTvLHFjNLI6Kj0R1VoLsbufe97l53aFM+nPOUp5TWveU21246veX5PbpGoJ8rzZxYJGCQ4k1tsEmSo75/5RfZPumWmd73rXVvJL3WpS5VNBiVGo1G5xz3uURLM3KrUeCbPEfmLv/iLuSMhLne5y5U//uM/Hqc88JP3YAKEu5klCJtjImVUe+f4yMi6jCSr1nndu0BGj+V5X/Uc0s/1Y6++rZrPe+H2t7/9QkHR7DMajUoewl4PLOc2uTvc4Q5lt7Ky/wc/+MGDPk9zLF73utfNZlPXBdSfAAECNQEBmhqGWQIECLRN4BznOEd52cteVk51qlNNVS23SVz1qlctl7zkJScX59uNHskFYJ6rkmcVJJ8EMaYyGS/k4nLeSX5uKRkn2frJMxoyemdeYCjBglxIZORPnmuytWNtJs9eWPQWgtpuU7Oj0ajc//73P+hZNHHKBXFuwdkuCJRn7+SCLLeI1DOM481vfvP6qo3MX+lKVyq56KsXnjZlxFDqXl+f+YyuyQirPAsly4tMhx56aEmAq542f5m/173uVeZ9C1TKyS0+2S+39dT3rebzzUbV/Cpe8/DVBASrvDJqZNNBiQQx861mo9GBERep32tf+9oybyRFAm+xm33/PvrRjy43uMENSm5VSR71Kcdu3mMJwiYYW9+W4yPHSX2d+b0LpH/Sp/X+SUAsQbWMdEpAt557PuPe/va3l3zGLXvMJ6CSgHs9v5SVkTU5HrZ7/6X81CN9nrTVvgnUZZ8ck9W6nV5tI0CAAIHuCAjQdKev1JQAgYEK5EItX2ld/+trRZFRFje96U0nAZyMjMiDLzPlxD3PrznssMNKnlWQv9ZW+1SvRxxxxOSZNqPR9AVntf3qV796ucQlLlEtTl7zXJAENDLaJBeYd7rTnUqmjHDIxU6+Bjl1miQe/5fAUOoxnp385AIn02RhH//lWTgveclLJu2uZ5NbQlKXfHtOVb8EqPLA1lwg1euW/fIQ19welIcPZ3mTU75NKSOP4luvR+qcuh86Dq6kLblIzwOOczykb+tpd5tPOzPSaDbdX/7lX5ZTn/rUJQ8zTf7p09z+EbeUk6+bTsAv+6We6dfMV9Mq+rTKK6+b/HrtlD9vut71rldmR1wkoPLYxz527gODc+vcX//1X5dcVNfzzXs6D3vNs59iXZnndq4cAwnC1tPncyAX5fGvr2/BfKerENfZ/smxniBz3i8JVKdv8nmS5YxErD/HaZnG52HkGUlT3yefzRnVl7zzvq7ef1e5ylVKPtNTj9Snvk8C1Ll9rr7OPAECBAj0Q0CAph/9qBUECPRcIH+x/ed//ueSC7d5Tc2tMAmgZNrpgbe54M63yeR5NDt9RXaCMM997nOnnvdSlZ0RDnlgaW7XyJRRK9tdRBx99NFTDxbObRvb3SJT5bvMay6sMsIgQZbZ/WJR1S9BjDwcdzZN9sszIPL8mdltm1rORVpGzdSfR1PVJV/RnLbk4aKzI1nSp4uOpEkw4C53uUuV7dZrLhTz3Jfknz7NrU+zbuc+97lLvi0qF5pbO45nUp8EKsazK/nJQ58zYiuZnfe85z1otFTWb2JKEHK7ETFp/7Oe9ay5txzmm6ByrNUfBF3VPw/TjnVlXh8pUaW5+MUvXvLMktnbDqvtXvcnkGe5ZGTdbBAtn2kZeZi+yedJPlfqJWXkXUYx1tftNJ/gWr4JL7eubZcux1H1/stnW96Ts+myb24fzS2ws9ssEyBAgED3BQRout+HWkCAwEAEMmrkHe94x+Qhv7MjWxYhyMVl/tKfv8xndMxotP3ImXpeuTDMBfky5SXvXGhkNMgZz3jGklECVZ4Zsp/bN6rl/b5mhFCei5PnRsxeXO2Ud0aRZL/sX3ZKuIFtZxybpZ8zwikXdLtVIcG7jLLJyKHd0mZ78nzmM59ZcutE5rNut+kUpzhFyT4J4ORYyEib0ejA8ZNjZDaYs1ue87bn23HyLVvV9gTiEiysljf9mmMmx89sPfIw34zgml1fLWfkTW5pym2C1brdXtM/OQ7yjV55/++W3va9CYxGo3L44YeX6vjeLZf0yzOe8YySkWfL3nqXffPZmMBP/bNxtzITHM0+2Td57JbedgIECBDopoAATTf7Ta0JEOiQwCqrmhEvGfr+0Y9+tHz3u98tGZqfoe4ZDTJ70n7Sk560/P7v/365z33uU/I8jzyn5uEPf3jJxfYydTrvec872T8X4bnFJrdQ1fdPOfkrch5Wm2fMZHROnleSNLl4yS0Bma+mjATIc02q5f2+pj0JHmR0zktf+tLJKKM8DLeeb27fSR3jldsTMtoh+9XTtGk+wbQHPvCBJaON4pp+rPdv2pORMOmTD3zgA+XQQw9dqvrJKyOokv/Tn/70ybOM0o/1TNLP6e8Ei2KWIFjqlTQZdXS+850vs5Ppa1/7Wslf/CcL+/zve9/7XskImiqb3GIyGh0IBlXrN/U6Gs1/YPAjH/nIkiDkvLolyJLRMnnvVu7py3r6HLt5LknSZaRajoPKvZ7O/OoF8rmVz8q8r/L+Sl9UpSQAnOM+78e8bzKKLJ/H1fZlXkejUcnneILEn/70p0vyyvsp78sqn5SX9/Wd73zn8uEPf3jyvKLsMxq1571Q1dUrAQIECKxOQIBmdZZyIrApAeUOVCDPrsjzCt7whjeUBEaOPfbYyS0WudUkUx7Gm7/oP+1pTysZXVE/+V+WLBcil7nMZUoeKJuL8eRfTSknFxAZep9A0WzeGW1Qpc1rgkvbjYjIM2WyvZqyPJvXTsu5PeiWt7zl5FtRcttIlU9eE7xJHeO1Xdnz8s0DlLN/NeWWrTwXYl762fX73T91jWv6sd6/ac+rXvWqkj5J36Tc2bLy7Iqs32lK/nlAcGzSj1U785p+Tn9f4xrXKLPHTo69Y445Zup4i/1sWbklJ/kkv0y5ReQP/uAPZpNNLee5N1/96le38p79xq6pxHMWUkbKSpnVFJ85yZdenWc85eK6yrt6ffOb31wWCabEr3JPX1b75zXHbh5Em5E2s0GznSqa/s7+1bTM+ydpq/3ymrx2Kqvatkz/Js/kXU0ps8qn/pr3V95nVbq8LtN3+90/76e8r/L+Sl+k/Ex5zlKCKXk/5n2TOs+WlWM9Jtm2yJSyEvTJaJx8s1z9PZ7yvvKVr5TnPe95kwBq0i6S52ydUvdl/BYpQxoCBAgQWJ/ACdaXtZz7I6AlBAgQIECAAAECBAgQIECAwDoF2hGgWWcL5U2AAAECBAgQIECAAAECBAi0Q0At5goI0MylsYEAAQIECBAgQIAAAQIEuiagvgS6KiBA09WeU28CBAgQIECAAAECBDYhoEwCBAisRUCAZi2sMiVAgAABAgQIECCwVwH7ESBAgMAQBQRohtjr2kyAAAECBAgMW0DrCRAgQIAAgdYJCNC0rktUiAABAgQIdF9ACwgQIECAAAECBJYTEKBZzktqAgQIEGiHgFoQIECAAAECBAgQ6JWAAE2vulNjCBBYnYCcCBAgQIAAAQIECBAg0JyAAE1z1koiMC1giQABAgQIECBAgAABAgQIHC8gQHM8RB9ftIkAAQIECBAgQIAAAQIECBDohsB+AjTdaKFaEiBAgAABAgQIECBAgAABAvsRsG8DAgI0DSArggABAgQIECBAgAABAgR2ErCNAAEBGscAAQIECBAgQIAAAQL9F9BCAgQItFxAgKblHaR6BAgQIECAAAEC3RBQSwIECBAgsB8BAZr96NmXAAECBAgQINCcgJIIECBAgACBHgsI0PS4czWNAAECBAgsJyA1AQIECBAgQIDApgQEaDYlr1wCBAgMUUCbCRAgQIAAAQIECBDYVkCAZlsWKwkQ6KqAehMgQIAAAQIECBAgQKCLAgI0Xew1dd6kgLIJECBAgAABAgQIECBAgMDKBQRoVk663wztT4AAAQIECBAgQIAAAQIECPRfYLqFAjTTHpYIECBAgAABAgQIECBAgEA/BLSiUwICNJ3qLpUlQIAAAQIECBAgQIBAewTUhACB1QkI0KzOUk4ECBAgQIAAAQIECKxWQG4ECBAYjIAAzWC6WkMJECBAgAABAgQOFrCGAAECBAi0Q0CAph39oBYECBAgQIBAXwW0iwABAgQIECCwgIAAzQJIkhAgQIAAgTYLqBsBAgQIECBAgED3BQRout+HWkCAAIF1C8ifAAECBAgQIECAAIE1CwjQrBlY9gQILCIgDQECBAgQIECAAAECBIYtIEAz7P4fTuu1lAABAgQIECBAgAABAgQItFhAgGZFnSMbAgQIECBAgAABAgQIECBAoP8C62qhAM26ZOVLgAABAgQIECBAgAABAgSWF7DHQAUEaAba8ZpNgAABAgQIECBAgMBQBbSbAIE2CgjQtLFX1IkAAQIECBAgQIBAlwXUnQABAgSWFhCgWZrMDgQIECBAgAABApsWUD4BAgQIEOibgABN33pUewgQIECAAIFVCMiDAAECBAgQINCogABNo9wKI0CAAAEClYBXAgQIECBAgAABAgcEBGgOWJgjQIBAvwS0hgABAgQIECBAgACBzggI0HSmq1SUQPsE1IgAAQIECBAgQIAAAQIEViMgQLMaR7msR0CuBAgQIECAAAECBAgQIEBgEAIDD9AMoo81kgABAgQIECBAgAABAgQIDFyg/c0XoGl/H6khAQIECBAgQIAAAQIECLRdQP0I7FNAgGafgHYnQIAAAQIECBAgQIBAEwLKIECg3wICNP3uX60jQIAAAQIECBAgsKiAdAQIECCwQQEBmg3iK5oAAQIECBAgMCwBrSVAgAABAgTmCQjQzJOxngABAgQIEOiegBoTIECAAAECBDoqIEDT0Y5TbQIECBDYjIBSCRAgQIAAAQIECKxDQIBmHaryJECAwN4F7EmAAAECBAgQIECAwAAFBGgG2OmaPHQB7SdAgAABAgQIECBAgACBtgkI0LStR/pQH20gQIAAAQIECBAgQIAAAQIElhLoZIBmqRZKTIAAAQIECBAgQIAAAQIECHRSYEiVFqAZUm9rKwECBAgQIECAAAECBAjUBcwTaI2AAE1rukJFCBAgQIAAAQIECBDon4AWESBAYDEBAZrFnKQiQIAAAQIECBAg0E4BtSJAgACBXggI0PSiGzWCAAECBAgQILA+ATkTIECAAAEC6xcQoFm/sRIIECBAgACBnQVsJUCAAAECBAgMXkCAZvCHAAACBAgMQUAbCRAgQIAAAQIECLRbQICm3f2jdgQIdEVAPQkQIECAAAECBAgQILAPAQGaWKvhDAAAEABJREFUfeDZlUCTAsoiQIAAAQIECBAgQIAAgf4KCND0t2+XbZn0BAgQIECAAAECBAgQIECAwIYEGgzQbKiFiiVAgAABAgQIECBAgAABAgQaFFDUXgQEaPaiZh8CBAgQIECAAAECBAgQ2JyAkgn0UECApoedqkkECBAgQIAAAQIECOxPwN4ECBBoWkCApmlx5REgQIAAAQIECBAohQEBAgQIEJgSEKCZ4rBAgAABAgQIEOiLgHYQIECAAAECXRIQoOlSb6krAQIECBBok4C6ECBAgAABAgQIrExAgGZllDIiQIAAgVULyI8AAQIECBAgQIDAUAQEaIbS09pJgMB2AtYRIECAAAECBAgQIECgFQICNK3oBpXor4CWESBAgAABAgQIECBAgACB3QUEaHY3ancKtSNAgAABAgQIECBAgAABAgQ6L7BrgKbzLdQAAgQIECBAgAABAgQIECBAYFcBCTYrIECzWX+lEyBAgAABAgQIECBAYCgC2kmAwA4CAjQ74NhEgAABAgQIECBAgECXBNSVAAEC3RUQoOlu36k5AQIECBAgQIBA0wLKI0CAAAECaxIQoFkTrGwJECBAgAABAnsRsA8BAgQIECAwTAEBmmH2u1YTIECAwHAFtJwAAQIECBAgQKCFAgI0LewUVSJAgEC3BdSeAAECBAgQIECAAIFlBQRolhWTngCBzQuoAQECBAgQIECAAAECBHomIEDTsw7VnNUIyIUAAQIECBAgQIAAAQIECDQpIEDTpPaBsswRIECAAAECBAgQIECAAAEC/RdYuIUCNAtTSUiAAAECBAgQIECAAAECBNomoD59ERCg6UtPagcBAgQIECBAgAABAgTWISBPAgQaERCgaYRZIQQIECBAgAABAgQIzBOwngABAgRKEaBxFBAgQIAAAQIECPRdQPsIECBAgEDrBQRoWt9FKkiAAAECBAi0X0ANCRAgQIAAAQL7ExCg2Z+fvQkQIECAQDMCSiFAgAABAgQIEOi1gABNr7tX4wgQILC4gJQECBAgQIAAAQIECGxOQIBmc/ZKXkBgNBqV0cg0GvXCQF/qR8eAY8Ax4BhwDDgGHAOOgY0eAwtcgkhCYGMCAjQbo1fw6gXkSIAAAQIECBAgQIAAAQIEuikgQLNMv0lLgAABAgQIECBAgAABAgQI9F9gAy0UoNkAuiIJECBAgAABAgQIECBAYNgCWk9gVkCAZlbEMgECBAgQIECAAAECBLovoAUECHRMQICmYx2mugQIECBAgAABAgTaIaAWBAgQILBKAQGaVWrKiwABAgQIECBAYHUCciJAgAABAgMSEKAZUGdrKgECBAgQIDAtYIkAAQIECBAg0BYBAZq29MRw6zEaN91UCgMGjoF+HgP6tbl+LTP/2Be/W0phUAqDUhiUwqCUhQ2KfwQ2JSBAsyl55RIgQGAlAjIhQIAAAQIECBAgQKAPAgI0fehFbSCwTgF5EyBAgAABAgQIECBAgMDaBQRo1k6sgN0EbCdAgAABAgQIECBAgAABAkMXGEKAZuh9rP0ECBAgQIAAAQIECBAgQGAIAp1uowBNp7tP5QkQIECAAAECBAgQIECgOQElEVifgADN+mzlTIAAAQIECBAgQIAAgeUEpCZAYLACAjSD7XoNJ0CAAAECBAgQGKKANhMgQIBAOwUEaNrZL2pFgAABAgQIEOiqgHoTIECAAAECexAQoNkDml0IECBAgACBTQoomwABAgQIECDQPwEBmv71qRYRIECAwH4F7E+AAAECBAgQIECgYQEBmobBFUeAAIEImAgQIECAAAECBAgQIFAXEKCpa5gn0B8BLSFAgAABAgQIECBAgACBDgkI0HSos9pVVbUhQIAAAQIECBAgQIAAAQIEViXQ3gDNqlooHwIECBAgQIAAAQIECBAgQKC9Amo2ERCgmTD4jwABAgQIECBAgAABAgT6KqBdBLogIEDThV5SRwIECBAgQIAAAQIE2iygbgQIENi3gADNvgllQIAAAQIECBAgQGDdAvInQIAAgb4LCND0vYe1jwABAgQIECCwiIA0BAgQIECAwEYFBGg2yq9wAgQIECAwHAEtJUCAAAECBAgQmC8gQDPfxhYCBAgQ6JaA2hIgQIAAAQIECBDorIAATWe7TsUJEGheQIkECBAgQIAAAQIECBBYj4AAzXpc5UpgbwL2IkCAAAECBAgQIECAAIFBCgjQDKzbNZcAAQIECBAgQIAAAQIECBBon8CqAzTta6EaESBAgAABAgQIECBAgAABAqsWkN+KBQRoVgwqOwIECBAgQIAAAQIECBBYhYA8CAxLQIBmWP2ttQQIECBAgAABAgQIVAJeCRAg0CIBAZoWdYaqECBAgAABAgQI9EtAawgQIECAwKICAjSLSklHgAABAgQIEGifgBoRIECAAAECPREQoOlJR2oGAQIECBBYj4BcCRAgQIAAAQIEmhAQoGlCWRkECBAgMF/AFgIECBAgQIAAAQIEigCNg4AAgd4LaCABAgQIECBAgAABAgTaLiBA0/YeUr8uCKgjAQIECBAgQIAAAQIECBDYl4AAzb74mtpZOQQIECBAgAABAgQIECBAgECfBY4L0PS5hdpGgAABAgQIECBAgAABAgQIHCfg/9YKCNC0tmtUjAABAgQIECBAgAABAt0TUGMCBPYmIECzNzd7ESBAgAABAgQIECCwGQGlEiBAoJcCAjS97FaNIkCAAAECBAgQ2LuAPQkQIECAQPMCAjTNmyuRAAECBAgQGLqA9hMgQIAAAQIEZgQEaGZALBIgQIAAgT4IaAMBAgQIECBAgEC3BARoutVfakuAAIG2CKgHAQIECBAgQIAAAQIrFBCgWSGmrAgQWKWAvAgQIECAAAECBAgQIDAcAQGa4fS1ls4KWCZAgAABAgQIECBAgAABAi0REKBZY0fImgABAgQIECBAgAABAgQIEOi/wCpaKECzCkV5ECBAgAABAgQIECBAgACB9QnIeQACAjQD6GRNJECAAAECBAgQIECAwM4CthIgsGkBAZpN94DyCRAgQIAAAQIECAxBQBsJECBAYEcBAZodeWwkQIAAAQIECBDoioB6EiBAgACBLgsI0HS599SdAAECBAgQaFJAWQQIECBAgACBtQkI0KyNVsYECBAgQGBZAekJECBAgAABAgSGKiBAM9Se124CBIYpoNUECBAgQIAAAQIECLRSQICmld2iUgS6K6DmBAgQIECAAAECBAgQILC8gADN8mb22KyA0gkQIECAAAECBAgQIECAQO8EBGgO6lIrCBAgQIAAAQIECBAgQIAAgf4LtKuFAjTt6g+1IUCAAAECBAgQIECAAIG+CGgHgSUEBGiWwJKUAAECBAgQIECAAAECbRJQFwIE+iMgQNOfvtQSAgQIECBAgAABAqsWkB8BAgQINCQgQNMQtGIIECBAgAABAgS2E7COAAECBAgQiIAATRRMBAgQIECAQH8FtIwAAQIECBAg0AEBAZoOdJIqEiBAgEC7BdSOAAECBAgQIECAwH4FBGj2K2h/AgQIrF9ACQQIECBAgAABAgQI9FxAgKbnHax5BBYTkIoAAQIECBAgQIAAAQIENikgQLNJ/SGVra0ECBAgQIAAAQIECBAgQIDAXIHeBGjmttAGAgQIECBAgAABAgQIECBAoDcCfW2IAE1fe1a7CBAgQIAAAQIECBAgQGAvAvYhsBEBAZqNsCuUAAECBAgQIECAAIHhCmg5AQIEDhYQoDnYxBoCBAgQIECAAAEC3RZQewIECBDonIAATee6TIUJECBAgAABApsXUAMCBAgQIEBgtQICNKv1lBsBAgQIECCwGgG5ECBAgAABAgQGJSBAM6ju1lgCBAgQOCBgjgABAgQIECBAgEB7BARo2tMXakKAQN8EtIcAAQIECBAgQIAAAQILCgjQLAglGYE2CqgTAQIECBAgQIAAAQIECPRDQICmH/24rlbIlwABAgQIECBAgAABAgQIEGhAYMMBmgZaqAgCBAgQIECAAAECBAgQIEBgwwKK301AgGY3IdsJECBAgAABAgQIECBAoP0Cakig4wICNB3vQNUnQIAAAQIECBAgQKAZAaUQIEBgnQICNOvUlTcBAgQIECBAgACBxQWkJECAAIEBCwjQDLjzNZ0AAQIECBAYmoD2EiBAgAABAm0VEKBpa8+oFwECBAgQ6KKAOhMgQIAAAQIECOxJQIBmT2x2IkCAAIFNCSiXAAECBAgQIECAQB8FBGj62KvaRIDAfgTsS4AAAQIECBAgQIAAgcYFBGgaJ1cgAQIECBAgQIAAAQIECBAgQGBaQIBm2qMfS1pBgAABAgQIECBAgAABAgQIdEpgTwGaTrVQZQkQIECAAAECBAgQIECAAIE9CdipOQEBmuaslUSAAAECBAgQIECAAAEC0wKWCBA4XkCA5ngILwQIECBAgAABAgQI9FFAmwgQINANAQGabvSTWhIgQIAAAQIECLRVQL0IECBAgMAKBARoVoAoCwIECBAgQIDAOgXkTYAAAQIECPRfQICm/32shQQIECBAYDcB2wkQIECAAAECBDYsIECz4Q5QPAECBIYhoJUECBAgQIAAAQIECOwkIECzk45tBAh0R0BNCRAgQIAAAQIECBAg0GEBAZoOd56qNyugNAIECBAgQIAAAQIECBAgsC4BAZp1yS6frz0IECBAgAABAgQIECBAgACB/gts20IBmm1ZrCRAgAABAgQIECBAgAABAl0VUO8uCgjQdLHX1JkAAQIECBAgQIAAAQKbFFA2AQIrFxCgWTmpDAkQIECAAAECBAgQ2K+A/QkQIDA0AQGaofW49hIgQIAAAQIECETARIAAAQIEWiUgQNOq7lAZAgQIECBAoD8CWkKAAAECBAgQWFxAgGZxKykJECBAgEC7BNSGAAECBAgQIECgNwICNL3pSg0hQIDA6gXkSIAAAQIECBAgQIBAMwICNM04K4UAge0FrCVAgAABAgQIECBAgACBsYAAzRjBT58FtI0AAQIECBAgQIAAAQIECLRfQIBmv31kfwIECBAgQIAAAQIECBAgQKD/AmtuoQDNmoFlT4AAAQIECBAgQIAAAQIEFhGQZtgCAjTD7n+tJ0CAAAECBAgQIEBgOAJaSoBAiwUEaFrcOapGgAABAgQIECBAoFsCakuAAAECexUQoNmrnP0IECBAgAABAgSaF1AiAQIECBDoqYAATU87VrMIECBAgACBvQnYiwABAgQIECCwCQEBmk2oK5MAAQIEhiyg7QQIECBAgAABAgQOEhCgOYjECgIECHRdQP0JECBAgAABAgQIEOiagABN13pMfQm0QUAdCBAgQIAAAQIECBAgQGClAgI0K+WU2aoE5EOAAAECBAgQIECAAAECBIYkMNQAzZD6WFsJECBAgAABAgQIECBAgMBQBTrTbgGaznSVihIgQIAAAQIECBAgQIBA+wTUiMBqBARoVuMoFwIECBAgQIAAAQIECNLhGtEAABAASURBVKxHQK4ECAxCQIBmEN2skQQIECBAgAABAgTmC9hCgAABApsXEKDZfB+oAQECBAgQIECg7wLaR4AAAQIECOwiIECzC5DNBAgQIECAQBcE1JEAAQIECBAg0G0BAZpu95/aEyBAgEBTAsohQIAAAQIECBAgsEYBAZo14sqaAAECywhIS4AAAQIECBAgQIDAcAUEaIbb91o+PAEtJkCAAAECBAgQIECAAIGWCgjQtLRjulkttSZAgAABAgQIECBAgAABAgT2ItCtAM1eWmgfAgQIECBAgAABAgQIECBAoFsCA6ytAM0AO12TCRAgQIAAAQIECBAgMHQB7SfQNgEBmrb1iPoQIECAAAECBAgQINAHAW0gQIDAUgICNEtxSUyAAAECBAgQIECgLQLqQYAAAQJ9EhCg6VNvagsBAgQIECBAYJUC8iJAgAABAgQaExCgaYxaQQQIECBAgMCsgGUCBAgQIECAAIHjBARojnPwPwECBAj0U0CrCBAgQIAAAQIECHRCQICmE92kkgQItFdAzQgQIECAAAECBAgQILB/AQGa/RvKgcB6BeROgAABAgQIECBAgAABAr0XEKDpfRfv3kApCBAgQIAAAQIECBAgQIAAgc0KNBGg2WwLlU6AAAECBAgQIECAAAECBAg0IaCMfQgI0OwDz64ECBAgQIAAAQIECBAg0KSAsgj0V0CApr99q2UECBAgQIAAAQIECCwrID0BAgQ2JCBAsyF4xRIgQIAAAQIECAxTQKsJECBAgMB2AgI026lYR4AAAQIECBDoroCaEyBAgAABAh0UEKDpYKepMgECBAgQ2KyA0gkQIECAAAECBFYtIECzalH5ESBAgMD+BeRAgAABAgQIECBAYGACAjQD63DNJUDgOAH/EyBAgAABAgQIECBAoE0CAjRt6g116ZOAthAgQIAAAQIECBAgQIAAgYUFBGgWpmpbQvUhQIAAAQIECBAgQIAAAQIE+iIwP0DTlxZqBwECBAgQIECAAAECBAgQIDBfwJZWCAjQtKIbVIIAAQIECBAgQIAAAQL9FdAyAgR2FxCg2d1ICgIECBAgQIAAAQIE2i2gdgQIEOi8gABN57tQAwgQIECAAAECBNYvoAQCBAgQILBeAQGa9frKnQABAgQIECCwmIBUBAgQIECAwKAFBGgG3f0aT4AAAQJDEtBWAgQIECBAgACB9goI0LS3b9SMAAECXRNQXwIECBAgQIAAAQIE9iggQLNHOLsRILAJAWUSIECAAAECBAgQIECgnwICNP3sV63aq4D9CBAgQIAAAQIECBAgQIDABgQEaBpGVxwBAgQIECBAgAABAgQIECDQf4FlWyhAs6yY9AQIECBAgAABAgQIECBAYPMCatAzAQGannWo5hAgQIAAAQIECBAgQGA1AnIhQKBJAQGaJrWVRYAAAQIECBAgQIDAAQFzBAgQILAlIECzRWGGAAECBAgQIECgbwLaQ4AAAQIEuiIgQNOVnlJPAgQIECBAoI0C6kSAAAECBAgQWImAAM1KGGVCgAABAgTWJSBfAgQIECBAgACBIQgI0Ayhl7WRAAECOwnYRoAAAQIECBAgQIDAxgUEaDbeBSpAoP8CWkiAAAECBAgQIECAAAECOwsI0OzsY2s3BNSSAAECBAgQIECAAAECBAh0WkCAZqHuk4gAAQIECBAgQIAAAQIECBDov8DmWihAszl7JRMgQIAAAQIECBAgQIDA0AS0l8AcAQGaOTBWEyBAgAABAo0KXGNc2sP2MY13nfrZT16py1RmFggQINAlAXUlQKCbAgI03ew3tSZAgAABAn0TeOe4QZcbT4/b4zTebepnr/mkDqnLVGYWCBCYErBAgAABAmsQEKBZA6osCRAgQIAAgT0JPG1Pe612pzbUYbUt6mRuKk2AAAECBIYnIEAzvD7XYgIECBAg0FaBvx9X7O3jaf0/25eQslOH7bdaS4AAAQIECBBYo4AAzRpxZU2AAAECwxXQ8j0LbHIEyybL3jOYHQkQIECAAIF+CAjQ9KMftYIAgeEJaDGBvgpkBEtGsjTdvpSZspsuV3kECBAgQIAAgYmAAM2EwX8ECBwsYA0BAgQ2JrCJkSybKHNjwAomQIAAAQIE2icgQNO+PhlOjbSUAAECBAhsL5CRLBnRsv3W1a9NWSlz9TnLkQABAgQIECCwoECvAzQLGkhGgAABAgQItE+gyREtTZbVPmk1IkCAAAECPRDoQxMEaPrQi9pAgAABAgT6J5ARLRnZsu6WpYyUte5y5E+AAAEC3RZQewJrFxCgWTuxAggQIECAAIE9CjQxsqWJMvbYfLsRIDAsAa0lQGDoAgI0Qz8CtJ8AAQIECLRXICNbMsJlXTVM3iljXfnLl0C7BNSGAAECBFotIEDT6u5ROQIECBAgMHiBdY5wWWfeg+w4jSZAgAABAgT2LiBAs3c7exIgQIAAAQLrF8gIl4x0SUmrnJJn8l5lnvIiQIAAAQIECOxZQIBmz3R2JECAAIH+CWhRSwXWMdJlHXm2lE+1CBAgQIAAgS4ICNB0oZfUkQCB/ghoCQECexHISJeMeNnLvtvtk7yS53bbrCNAgAABAgQIbERAgGYj7AolsD4BORMgQKCnAqsc8bLKvHrKrVkECBAgQIBA0wICNE2Ld788LSBAgAABApsQyIiXjHzZb9nJI3ntNx/7EyBAgAABAgRWKtDCAM1K2yczAgQIECBAoD8Cqxj5soo8+iOqJQQIECBAYKMCCq8LCNDUNcwTIECAAAECbRbIyJeMgNlrHbNv8tjr/vYjQIAAga4JqC+BDgkI0HSos1SVAAECBAgQKPsZAbOffdETIEBgWwErCRAgsCoBAZpVScqHAAECBAgQaEIgI2AyEmbZsrJP9l12P+kJbFpA+QQIECAwEAEBmoF0tGYSIECAAIEeCexlJMxe9ukR2U5NsY0AAQIECBBog4AATRt6QR0IECBAgECfBVbftoyEyYiYRXNO2uyzaHrpCBAgQIAAAQKNCwjQNE6uQAIECBBYtYD8BimwzIiYZdIOElOjCRAgQIAAgc0LCNBsvg/UgACB9guoIQEC7RPIiJiMjNmtZkmTtLuls50AAQIECBAgsFEBAZqN8iucQCXglQABAgT2ILDIyJhF0uyhaLsQIECAAAECBFYrIECzWs/25qZmBAgQIECgfwIZGZMRMvNalm1JM2+79QQIECBAgACB1gisLEDTmhapCAECBAgQIDAkgZ1GyOy0bUhG2kqAAAECBFYqILP1CHQhQPObcdNNpTBg4BhwDDgGHAOOgYOPgXeOzxPm/WQbs4PNmDBxDDgG2n4MqJ9jdF3HwLxzhlas70KAphVQKkGAAAECBAgQIECAQF8EtIMAAQLtExCgaV+fqBEBAgQIECBAgEDXBdSfAAECBAgsKSBAsySY5AQIECBAgACBNgioAwECBAgQINAvAQGafvWn1hAgQIAAgVUJyIcAAQIECBAgQKBBAQGaBrEVRYAAAQJ1AfMECBAgQIAAAQIECFQCAjSVhFcCBPonoEUECBAgQIAAAQIECBDoiIAATUc6SjXbKaBWBAgQIECAAAECBAgQIEBgFQKdD9D85je/KT2etE3/OgYcA44Bx4BjwDHgGHAMOAYcA44Bx4BjYIFjYBVBkg3mUTofoNkknrIJECBAgAABAgQIECBAgEA3BNSy7QICNG3vIfUjQIAAAQIECBAgQIBAFwTUkQCBfQkI0OyLz84ECBAgQIAAAQIECDQloBwCBAj0WUCAps+9q20ECBAgQIAAAQLLCEhLgAABAgQ2JiBAszF6BRMgQIAAAQLDE9BiAgQIECBAgMD2AgI027tYS4AAAQIEuimg1gQIECBAgAABAp0UEKDpZLepNAECBDYnoGQCBAgQIECAAAECBFYvIECzelM5EiCwPwF7EyBAgAABAgQIECBAYHACAjSD63INLoUBAQIECBAgQIAAAQIECBBol4AAzTr6Q54ECBAgQIAAAQIECBAgQIBA/wVW2EIBmhViyooAAQIECBAgQIAAAQIECKxSQF7DERCgGU5faykBAgQIECBAgAABAgRmBSwTINASAQGalnSEahAgQIAAAQIECBDop4BWESBAgMAiAgI0iyhJQ4AAAQIECBAg0F4BNSNAgAABAj0QEKDpQSdqAgECBAgQILBeAbkTIECAAAECBNYtIECzbmH5EyBAgACB3QWkIECAAAECBAgQGLiAAM3ADwDNJ0BgKALaSYAAAQIECBAgQIBAmwUEaNrcO+pGoEsC6kqAAAECBAgQIECAAAECexYQoNkznR2bFlAeAQIECBAgQIAAAQIECBDoq4AAzYGeNUeAAAECBAgQIECAAAECBAj0X6CVLRSgaWW3qBQBAgQIECBAgAABAgQIdFdAzQksLyBAs7yZPQgQIECAAAECBAgQILBZAaUTINA7AQGa3nWpBhEgQIAAAQIECBDYv4AcCBAgQKBZAQGaZr2VRoAAAQIECBAgcJyA/wkQIECAAIGagABNDcMsAQIECBAg0CcBbSFAgAABAgQIdEdAgKY7faWmBAgQINA2AfUhQIAAAQIECBAgsCIBAZoVQcqGAAEC6xCQJwECBAgQIECAAAECwxAQoBlGP2slgXkC1hMgQIAAAQIECBAgQIBACwQEaFrQCf2ugtYRIECAAAECBAgQIECAAAECuwl0P0CzWwttJ0CAAAECBAgQIECAAAECBLov0PMWCND0vIM1jwABAgQIECBAgAABAgQWE5CKwCYFBGg2qa9sAgQIECBAgAABAgSGJKCtBAgQmCsgQDOXxgYCBAgQIECAAAECXRNQXwIECBDoqoAATVd7Tr0JECBAgAABApsQUCYBAgQIECCwFgEBmrWwypQAAQIECBDYq4D9CBAgQIAAAQJDFBCgGWKvazMBAgSGLaD1BAgQIECAAAECBFonIEDTui5RIQIEui+gBQQIECBAgAABAgQIEFhOQIBmOS+pCbRDQC0IECBAgAABAgQIECBAoFcCAjS96s7VNUZOBAgQIECAAAECBAgQIECAQHMCmwrQNNdCJREgQIAAAQIECBAgQIAAAQKbElDuggICNAtCSUaAAAECBAgQIECAAAECbRRQJwL9EBCg6Uc/agUBAgQIECBAgAABAusSkC8BAgQaEBCgaQBZEQQIECBAgAABAgR2ErCNAAECBAgI0DgGCBAgQIAAAQL9F9BCAgQIECBAoOUCAjQt7yDVI0CAAAEC3RBQSwIECBAgQIAAgf0ICNDsR8++BAgQINCcgJIIECBAgAABAgQI9FhAgKbHnatpBAgsJyA1AQIECBAgQIAAAQIENiUgQLMpeeUOUUCbCRAgQIAAAQIECBAgQIDAtgICNNuydHWlehMgQIAAAQIECBAgQIAAAQJdFFguQNPFFqozAQIECBAgQIAAAQIECBAgsJyA1I0LCNA0Tq5AAgQIECBAgAABAgQIECBAgMC0gADNtIegRxXBAAAQAElEQVQlAgQIECBAgAABAgT6IaAVBAgQ6JSAAE2nuktlCRAgQIAAAQIE2iOgJgQIECBAYHUCAjSrs5QTAQIECBAgQGC1AnIjQIAAAQIEBiMgQDOYrtZQAgQIECBwsIA1BAgQIECAAAEC7RAQoGlHP6gFAQIE+iqgXQQIECBAgAABAgQILCAgQLMAkiQECLRZQN0IECBAgAABAgQIECDQfQEBmu73oRasW0D+BAgQIECAAAECBAgQIEBgzQICNGsGXiR7aQgQIECAAAECBAgQIECAAIH+C+zUQgGanXRsI0CAAAECBAgQIECAAAEC3RFQ0w4LCNB0uPNUnQABAgQIECBAgAABAs0KKI0AgXUJCNCsS1a+BAgQIECAAAECBAgsL2APAgQIDFRAgGagHa/ZBAgQIECAAIGhCmg3AQIECBBoo4AATRt7RZ0IECBAgACBLguoOwECBAgQIEBgaQEBmqXJ7ECAAAECBDYtoHwCBAgQIECAAIG+CQjQ9K1HtYcAAQKrEJAHAQIECBAgQIAAAQKNCgjQNMqtMAIEKgGvBAgQIECAAAECBAgQIHBAQIDmgIW5fgloDQECBAgQIECAAAECBAgQ6IyAAM2eu8qOBAgQIECAAAECBAgQIECAQP8FmmmhAE0zzkohQIAAAQIECBAgQIAAAQLbC1hLYCwgQDNG8EOAAAECBAgQIECAAIE+C2gbAQLtFxCgaX8fqSEBAgQIECBAgACBtguoHwECBAjsU0CAZp+AdidAgAABAgQIEGhCQBkECBAgQKDfAgI0/e5frSNAgAABAgQWFZCOAAECBAgQILBBAQGaDeIrmgABAgSGJaC1BAgQIECAAAECBOYJCNDMk7GeAAEC3RNQYwIECBAgQIAAAQIEOiogQNPRjlNtApsRUCoBAgQIECBAgAABAgQIrENAgGYdqvLcu4A9CRAgQIAAAQIECBAgQIDAAAUGF6AZYB9rMgECBAgQIECAAAECBAgQGJxA1xosQNO1HlNfAgQIECBAgAABAgQIEGiDgDoQWKmAAM1KOWVGgAABAgQIECBAgACBVQnIhwCBIQkI0Aypt7WVAAECBAgQIECAQF3APAECBAi0RkCApjVdoSIECBAgQIAAgf4JaBEBAgQIECCwmIAAzWJOUhEgQIAAAQLtFFArAgQIECBAgEAvBARoetGNGkGAAAEC6xOQMwECBAgQIECAAIH1CwjQrN9YCQQIENhZwFYCBAgQIECAAAECBAYvIEAz+EMAwBAEtJEAAQIECBAgQIAAAQIE2i0gQNPu/ulK7dSTAAECBAgQIECAAAECBAgQ2IdARwI0+2ihXQkQIECAAAECBAgQIECAAIGOCAy3mgI0w+17LSdAgAABAgQIECBAgMDwBLSYQEsFBGha2jGqRYAAAQIECBAgQIBANwXUmgABAnsREKDZi5p9CBAgQIAAAQIECGxOQMkECBAg0EMBAZoedqomESBAgAABAgT2J2BvAgQIECBAoGkBAZqmxZVHgAABAgQIlMKAAAECBAgQIEBgSkCAZorDAgECBAj0RUA7CBAgQIAAAQIECHRJQICmS72lrgQItElAXQgQIECAAAECBAgQILAyAQGalVHKiMCqBeRHgAABAgQIECBAgAABAkMREKAZSk9v107rCBAgQIAAAQIECBAgQIAAgVYIrDVA04oWqgQBAgQIECBAgAABAgQIECCwVgGZ719AgGb/hnIgQIAAAQIECBAgQIAAgfUKyJ1A7wUEaHrfxRpIgAABAgQIECBAgMDuAlIQIEBgswICNJv1VzoBAgQIECBAgMBQBLSTAAECBAjsICBAswOOTQQIECBAgACBLgmoKwECBAgQINBdAQGa7vadmhMgQIAAgaYFlEeAAAECBAgQILAmAQGaNcHKlgABAgT2ImAfAgQIECBAgAABAsMUEKAZZr9rNYHhCmg5AQIECBAgQIAAAQIEWiggQNPCTlGlbguoPQECBAgQIECAAAECBAgQWFZAgGZZsc2nVwMCBAgQIECAAAECBAgQIECgZwLbBGh61kLNIUCAAAECBAgQIECAAAECBLYRsKpNAgI0beoNdSFAgAABAgQIECBAgECfBLSFAIGFBQRoFqaSkAABAgQIECBAgACBtgmoDwECBPoiIEDTl57UDgIECBAgQIAAgXUIyJMAAQIECDQiIEDTCLNCCBAgQIAAAQLzBKwnQIAAAQIECJQiQOMoIECAAAECfRfQPgIECBAgQIAAgdYLCNC0votUkAABAu0XUEMCBAgQIECAAAECBPYnIECzPz97EyDQjIBSCBAgQIAAAQIECBAg0GsBAZped6/GLS4gJQECBAgQIECAAAECBAgQ2JyAAE1T9sohQIAAAQIECBAgQIAAAQIE+i+wxxYK0OwRzm4ECBAgQIAAAQIECBAgQGATAsrsp4AATT/7VasIECBAgAABAgQIECCwVwH7ESCwAQEBmg2gK5IAAQIECBAgQIDAsAW0ngABAgRmBQRoZkUsEyBAgAABAgQIdF9ACwgQIECAQMcEBGg61mGqS4AAAQIECLRDQC0IECBAgAABAqsUEKBZpaa8CBAgQIDA6gTkRIAAAQIECBAgMCABAZoBdbamEiBAYFrAEgECBAgQIECAAAECbREQoGlLT6gHgT4KaBMBAgQIECBAgAABAgQILCQgQLMQk0RtFVAvAgQIECBAgAABAgQIECDQBwEBmp170VYCBAgQIECAAAECBAgQIECg/wIbb6EAzca7QAUIECBAgAABAgQIECBAoP8CWkhgZwEBmp19bCVAgAABAgQIECBAgEA3BNSSAIFOCwjQdLr7VJ4AAQIECBAgQIBAcwJKIkCAAIH1CQjQrM9WzgQIECBAgAABAssJSE2AAAECBAYrIEAz2K7X8COOOKKMRqM9Tyc84QnL2c9+9nK1q12tPOlJTypf/OIXy29+8xuwBHolsN/3yWg0Wvg9dpvb3KZXdqtozJvf/OYpvytd6Urlv/7rv1aR9YDzOND0L3zhC+Uud7lLOctZzrLlfMghh5SLXOQi5alPfWr5wQ9+cCBxi+dmj5PRaFSyrsVVVrUGBD7xiU+Uk570pFvHduazbpVF53N7NNr+c/7lL3/5yoo65phjymlPe9qttoxGx5W5jjatrNJLZDT7uzauS+y+lqQ5VuI7GvXLei1YMiWwQgEBmhViympYAv/7v/9bvvGNb5R3v/vd5UEPelA53/nOVy54wQuW97znPQI1wzoUtJbAtICl1gv88Ic/LDe96U3L+c9//vL85z+/fPvb396q869//evymc98ptz//vcvZzrTmcozn/nM8qtf/WpruxkCBBYT+Lu/+7vyy1/+crHEu6R6//vfX/K+3SWZzQQIEOi8gABN57tQA9ok8PnPf75c9apXLQ94wANKAjhtqpu69EdASwgQ2LvAN7/5zXLNa16zvOY1r9k1k3yO3+te95qMpjFCclcuCQhMCfzjP/5j+frXvz61bi8LP//5z8ub3vSmvexqHwIECHROQICmc12mwl0QyND4I488sqsjabpArI4ECBBYWiC3h93udrcrH//4x6f2PdWpTjUZUZNtGQ05tXG88JCHPMQtQ2MHPwSWEfjud79bPvShDy2zy7Zpv/KVr5QPf/jD226zkgABAn0TEKDpW492oj3trORJTnKSyUl7/kq6yPQ///M/5atf/Wp59rOfXU5xilMc1KhHPOIR5R/+4R8OWm8FgS4J5Pa9Rd4PSZOL3ryP6u3LXz2zbZHpJS95SX1X8wRWLvCGN7yh/P3f//1Uvo985CMntzj97d/+bXnhC19Y8qyLt7/97SVBmyphbnt6whOeUH7yk59Uq7wSILCAwFve8pZ93+bk9qYFoCUhQKA3Av0M0PSmezSkzQInOtGJyjnOcY5yt7vdreSvO1e+8pWnqnvsscdOHh6cQM7UBgsECBAg0LhAPotf9rKXTZV7+OGHl4c//OHlxCc+8db60Wg0uQXqWc961ta6zOSBmXk2TeZNBAhsL/Bbv/Vbkwf5Vls/8IEPTJ7XVy0v+5r3bZ5lU+03Go2qWa8ECBA4INCjOQGaHnWmpmxO4DSnOU158YtfXM5znvNMVSIPDP6Xf/mXqXUWCBAgQKB5gXwj02c/+9mpgvOg4FxQTq08fuFKV7rS5Nudjl+cjAL40Y9+VC16JUBgG4HDDjusXOYyl9na8q1vfat85CMf2VpeduZLX/rS1P7Xu971yuxIzWXzlJ7AXgTsQ6ApAQGapqSV03uBjKa55z3vOdXO//7v/57cNjW10gIBAgQINC7wve99r9QDLBk1c7rTnW5uPU5+8pOXs53tbHO320CAwMECCZ5c//rXn9rwxje+cRLgnFq54MLRRx9dfvzjH09SJ+9rXetak/ke/qdJBAgQmAgI0EwY/EdgNQL5BqeMpqnn9sEPfrC+aJ4AAQIENiBw6lOfeup5Ybl1Yqe/7P/nf/7n1K0Zo9Fo6laoDTRBkQT2IdDcrle84hVL/Vxor7c55T2aZ9hUNb/85S9ffu/3fq9a9EqAAIFeCgjQ9LJbNWpTAnmo5MlOdrKp4n/2s58d9Jej73znO5Pn14xGo8m92hlKn28XyYNU8zC8S1/60pP1o9FocpJzs5vdrCTQ86tf/Woq79mFb3zjG5Pn3mSI8QlPeMKtPA455JDJ7Vf5utg8Q2G3fGbznV1O/Z/0pCeV2XLOcpazlLvc5S4lt3WlLdkv7Ur7RqPj2pqRRtk/22anI444YqvOo9Fo61tTfvrTn5Y8rDYXWKPRqKQ9F7nIRSZffZvbFsoO/9LWXISlXil7NDquHqPRcbZXu9rVSp5LkX7aIZsdN+XBockjeeWkdDQ6UMbpT3/6kvV5+OhudZ1XyLrzn1fuptbvdMzk2Lr2ta89OQZGo1HJ+y1/UX3zm99c8pXI8+qcbfkWkPve976T4zb7jUYH+inH1DnPec6SZ5K8853v3DGveWVU66tjLu+33PaYvEej48rK8ZHjIcfLfo65qqztXtPWRz3qUVPvpdFoVK5ylauUH/7wh9vtMrUu790vfvGLk/fcbP3jdqlLXao84xnPKMsez+t4f09VfJeFvBdnv6Hpec97Xvn3f//3bffMX+5ze0a18exnP3u5wAUuUC327jX9mc+p9G/6eTQ67pgdjUaT31d5b+Rrk3N8bdv4bVbmuT0nPelJt47FzGfdNkm3XZW02Wc0Oq4umc+67RLv9/iat3/KSpvzGZPPmryHR6Pj6pPfs/k9+NSnPnXp90Pyrabk39TnU1XmOl/Pda5zlRxHVRl5H+X3cLW86Ovs7U3Xuc51VhIkbepcqSon5yv13wMJMuWYybnNohZVupw/zZ7L5Nistu/2ut/9d8u/vn1dv0vqZZgn0EcBAZo+9qo2tUrgP/7jP8rPf/7zXev0i1/8ojzgAQ8o+ctTTtSqHTIkP98ucrnLXa68973vrVZPveai9RrXuEbJIpCX0gAAEABJREFUBUQCGZ/61KemLjDzDST/9m//Vp75zGeWnCjk5CDPx8kvz6mMdlnIBWVu4zrzmc88uXibLefb3/52ef7zn18udKELlRvf+MYlX7G5S5a7bv7kJz85+YtZAkLVMOe0J4Gm+9///uXWt771tr5pW9qYC7KcKKZeX//616fKi+273/3ucqtb3aok+JMy8he7qUQ7LMTj3ve+9ySIljySV/Ks7/L973+/ZP0d7nCHktsp7nGPe5RFT8rWnX+9nm2fT5/nG9MufOELl7e+9a0ly6lzjN7xjneUPJfgRS96UVZNTenPPOw19gl8HnnkkSXHbfarJ0x+X/3qV8tLXvKSyQNik/6Vr3xlSbClnm6n+eqYy/srx1zeb3nfJe9qvxwfOR5yvPzO7/zO5Fvglimjymfea+qQNj760Y+eSpKHmL/2ta+dHKtTG2YW8llyyUtesuR9k/fDbP3jlgutHPcxWuZ4nilqsrjM+3uywz7+S9DhT/7kT6Zy+NznPjd5SHAukOsb0u7HPOYx9VWTz4l89k2t7MHCN7/5zXLb29528vmUz6n0b/q53rR8dua9kd9DCcQv+96o59Xk/CqOr/e9732TwFw+Y/JZk/dw1YYcN/k8ye+ivB/yOzyfOdX23V6TtqnPp93qssrt+RKFeNXzjF0+n+rrdptPkLT6vX+qU52q5I89u+2z0/Z8vjVxrpTf8flsrM7Jcr5S/z2Qz50cM7mFMiOElnXZqY1t2RbrJn+XtKXd6kFgFQInWEUm8iBAYL5A/tKRC4P5KcrkYjMXVfmLyrx0f/iHf1gucYlLTG3OL/W/+Zu/KfkL3uxXx04lnFn4/Oc/X3I71uMf//ipQM5MsqnFnMTn5Cgnk1Mb5izkWxeucIUrlFzozEmy6+ovf/nLJQ/xzF+h5iXOhW5OBuvbc9J7v/vdb9LG/AWuvm3efE60E9xKndPWeemq9RmJcN3rXncykqB+4lVtn/eaIMNFL3rRyVf5zkuT9evOP2V0aUpwISNS5lnnojEn3vU2pR/Tnwkq5oS5vm2b+alVSf+nf/qn5e53v/tC75Ecc3e9610nx1zeX1OZzVnIPjmJP/zww8vsBfGcXXZcnc+DJz/5yZPgaT1hbgt4xStesWNwJkGijIpJAOxjH/tYffcd53M8JyCVC+EdE26zca/v722yWnjVDW5wg3L+859/Kv0LXvCCks/f+GVDLsgz2uhf//VfsziZ8nmZC6rRaDRZ7st/CWLn8+ioo45auEkJOue9kWDOKo7bhQteMuF+j68cDzm+cyws+nvkKU95SrnRjW5UMupxt+o2+fm0W13WsT2fvRltVOWdPzDljzjV8m6v+XxM8KJKl4v9c5/73NXiUq/py6bOlY455piSuubY2a2S+T2T5/W8+tWvLqnjbum7sH0Tv0u64KKOBJYREKBZRktaArsI5OQjI2bqyc561rPWF7edz4iZJzzhCVvb8lfajAzJlPlsuOUtb1lOecpTZnYy5Zd5LsZuc5vbbHsBmVEst7vd7cod73jHkuDOCU5w8Nv9EY94RMnFa4ITk0zn/JeTzcPHF5Ef//jHD0qRAFTquV05ucC55jWvWXK7xEE7LrDiYQ97WEkeSZr6X/nKV560J69ZzoVW5rO9mtKWXMjngqtaV71meHwutFLX2MSo2la9po05If/a175WrTroNWU8+MEPLjnhrG9MnXKBm7xTRlzic1yaA//nwuHOd77z3JP4ded/oCbdmEuALn+ZroIzpxr/JTWBuzhnpEdakQvvQw89NLOTaadjNiNXclKcPsqU+Yygmuw4819GXu02fDz9lWMuaWd2L/mGoOqYm3c85HanXPz/8pe/nN194eV8HmSEw0Me8pCpfRKcycn/Gc94xqn19YXsm+Dwve9970mwuL4t9c/FRpwybfdZkv7J+/CjH/1ofddd5/fy/t41010S5PP4cY97XMl7tZ40bk984hNLAmZXutKVpp49k9u8cutP/fO3vm9X51/3uteVq1/96mX2d1bak8+tHK/p8xy/OQ6yvj4lqJMRSXmv1de3ZX6/x1eCmnlfV587adciLm9/+9tLbp1L+nlTzOb9Tl3159O8Oqx7/TnPec6p25zyO3Xe7Wnb1SVBsYzmqrbt9famfL41da6UNub3yXZB+vyuyu+sTPVzjxxfWZfb26u2dvU11pv4XdJVL/UmME/g4Cu2eSmtJ0BgV4FcyOWbm+oJc3FTX95uPhd4+cWWi4anP/3ppRpOnguu/JUtJyr5i2V935SVi4qtdcfPZBRITv4++9nPllxU/NVf/VXJSU6e65F77GdPtHMimVsxjt/9oJdcNCYYkdsy6hszmifDdL96/G0hVTkZ/p1RB1XaPN8h9zxXy8u8Vn+dvfjFL15ikL/2ppy85i9PucA4wxnOsJVlDBOYyV/Et1aOZ/JXtzxXJC7vete7SvKITYxycZKRD+NkWz8JCuXCJGZbK2szeQ5D9q+tmtwmkTp9+tOf3nJP/8UnAZlc5NTT56GJb3vb2+qrtubXnf9WQR2ZSb/mPZLq3uc+9ykJhOa2v/RBToTzfnn4wx8+ec5F0mTKcT17zGbIffoix+Qb3vCGyXGQYyHzGbGUvPJX3+xfTSk7afLX3Grd7GveP7PH3ClOcYqtZxtVx1yOh6985SvlQx/6UMkxWc8nZcwG/Orbd5t//etfX25/+9tPBVjyvslF5k7BmeSbfWc/S+r1TwA59cuUz5Ic5wko5/Mq+2fKbQgJFufzKsuLTMu+vxfJc5E0GeHw0Ic+dCppLpKybvav3nnf5sIpF+ZTO3R84Z//+Z9LRsCk3fWm3PzmN5+8v/K5leM1fZ7jN8d/jqUcF/X0CUbk90N+T9TXt2F+v8dXPmMqnxve8IYlnx2zLvmd8uiZ2wnT9gSv8q1hmd9uavLzabvym1iXka35zK2XlZG1+Uytr5s3f/TRR5d8rmT7qcZB+QROM7/s1NS5Un5H5Q8JOX+o1zGfITl28vslv7MyzZ575Lxx3vlAPa+2z2/qd0nbXdSPwLICJ1h2B+mHK6DlOwskWPGc5zxnKlFuu8iIiqmVOyzkL7sZ0ZKHyVXJRqNRyQP36kOFc4GZi4nq5DFpT3KSk5QMB85fgWdPorP9xCc+cXngAx9Y8lfu3PecddWUfVL/arn+movJ2Wd7ZDRPLiYveMEL1pNO5lN2Llhf/OIXH/RX6kmCJf9L21/zmteU+uiIZJHRMLPl/9M//VOZPVmu/rKfvxTXXZNHptOe9rQl/TZb39wylgv3pJmdchJSt7/b3e5W8ryK1Gk2bZbzl8QEkzKaIcvV9NKXvnTb5+esO/+q/K69Hn744SVBxhzL9brneK4HIXJhlAukepqb3OQmJbdJpS/q6+vz+QtnLjjz/KT6+jxjYl6QMQGXBAXr6TPiIn8pvsUtbjEZQVPfNhqNJn9VTvAo6aptOZ7yl8dcCFfrFn3NsZURRcmj2ifBmVwMZcRItW6714x+yQV2fd/Ua179k0eO8wR08kyJXDhlXaZcgGQU0aIXYNlnmfd30q9iGo1GJSOWcuE0L78EsvMMnlw01Y+teem7tD7H2CMf+citi9/UPcG23L768pe/vJzpTGfKqqkpn50J3uT3RI6t+sYEcfL7oL6uLfOrOL4SjMzvoO0+O/JZlJGo+VyqtznvhQQz6+uq+SY/n6oyN/WagHf93CXHSQLsu9Unx2jOZ6p0l7nMZcrv/u7vVosLvzZ5rpSAUj6L65VL0DwBou2OnercY/bYqe/fpflN/y7pkpW6EthNoE0Bmt3qajuB1gpk1ET+UpTRGPVKZvj3bGChvr0+n2DOzW52s6lRAPXt9fmMIMmJcn1dLozy7Tb1ddvNH3bYYSUn4fn2iWp76p0RALMXVvmr6HOf+9xy7LHHVkknDwDOhWQu0rZWzsyMRqOSv6YniDSzaenFPGPm0EMP3XW/1D1BlvwlqkqcC82sq58gVtvqr6PR9vXNX9PzF9J62vxVNg+/q6/LbVyj0c7PpsjtEfEYjQ6kS0Bp9mR13fnX692l+Ryvd7rTnQ4KeGzXhjyQ8Qtf+MLWpgQRckGai+6tlXNmcsGVW33+z/9n7z7g50nr+oDPiCBJAOmIAh6I550EOUoMVZBeQjykC0ovCghKM9JbKNIPo/TeBGlSPUDAoxMEKUqEHAcRAUnEIEGBk/w/eze/m53/7v62ze6U971u/zvlmae8n5n9zXz3mdkf/uGDFNkH8gs3BwtqE295y1uK/EJJtSiB0gTeDruYyIiMBEbL8qz9IRcvn/jEJ6qslnrP6IbmSIhcQC8TnEkBb3zjG6eeExWr3HJ1WP2zbX6NKhf1ma5eOd4yyqCaP+x92eP7sHxWWZ/PigTd5vVpPttOOeWUyUPbl9lnVim7C2mzj2VEYb0u+WxKoLksz9of6+ur6QT88oDgehAnwb0E5XNRXaXryvum+1duq8nnQQJU89pUlmf8/cgtt/U0GSVRn6+md/n5VJW5r/cEJvLA9Kr83AKU4G81P+89I2brAa6cX2VEzrz085bv8lwpX2TlWKjqklHGCb7kb0q1rPlelmWRUaH58qG5rm/z+/5b0jcv9SWwSECAZpGOdQTmCOQhaPlGPd+M3OhGNyoud7nLTYY/15Pnm7uc2JXl4hPeapucxGQkQDU/7z2/CJULwPr6BAia3/rX1zen80scuYWnvjyjRZrBgtw6km+F6ulyK0l+rra+bNZ0WZaTB6w2T1pnpZ23LBfJuQict76+PBeFaUN9WS7KcyFcXzZvuizLIveBJ1BWpcloo+YDU3Nxl8BVlSbvueUj74e98jDV7BcpI/ep59u1c5/73FObtZ3/VGE9msmvjy27L+UZDrnNLrcXZjqjp5bdNiS5/ah69lPmc+E56xfJcgtcRuUkTfXKKIMrXvGK1ezC94zgyDNdqkQJhGbEWjV/2Hv2z4wMqm4DSPo82yB1yoV05he9EnhKMKaeJm65sKgvWzSdB2XHuUqTYFXz4r9a13xf5fhubrvufG7Bymdlfi0vgYpZ+SRImoBFfGat7/uyBFiyr1XtyLGRfi/L5f5WJXgXn2r7vOdCuBm4zvJ9vraxf+Xv5KIL7Kp9GQ2RY6+az3s9SJz56pXPpHjnuMl0W59PVXn7fE9QJcGVeh3y+ZC/c/VlzekEvqvPtXzBkpE4zTSHze/7XOm3f/u3i+wXh9UzQeD8qEGC44el7er6fFbu829JV13Ui8C6AgI068rZbnACGXmRb57LspyMYinL+e858csFXE48cktEEyPDxTM8/phjjmmumjt/hStcoUi+cxOcuSJBlIy8OHN28pZvCRsnkZPl8/4py7LIaJ16eQnG5NcH6tvkYrF+YZpgR/M2nXr65nSeD5PnPTSXLzuf7Y855pilkudbyVwcVolT19zeVM0v854AWQJlVdqcRGZUQzWf93y7ngBLpqtXAkFNu2pd/T0XzflVq1wkJgy4Bw0AABAASURBVJiUW9pygl5P03b+9bL6NH3ssccWy57AJmCab/Tz7JQMcc9Dcuv7+rbanSHd2e+q/MqyLDJqbtmyMqoqF2fZBxKsyfML6vtfle+s9wRnEpitLmKSJheIubDJvp/5w17ZF+v1z+ifE088cfL5d9i21fq0IXWv5vOe2wObQcwsb75WOb6b2646n2P5TW96U5Hb2DK6qL59LgBzkVRfllvQMiox29WX9306zwjL53q9HfmMTl/Ulx02feMb37io3/qVv595wPph2+1yfdq07N+PWfVK+xJUn7WuuSzHfPat5vJZ87v6fJpV9j6WJbiSY6wqO8dWPper+eZ7At+5tbBans/EjMSp5pd93+W5UkZL1c+Vsu/Ug++H1TlB0ubn6GHbdGn9vv+WdMlCXQhsQ0CAZhuKo8xDo+cJ5ET/Va96VZGT3nlpZi1f9lk1+VaufiKQE58Ed2bluWhZTghy0VulyYVIc+hxfYhx0iWAlZPeTC/7ymidZdM20+Wb2mUvypt1XWXbqtycZDct8y17vomr0pRlWWTUQDWf9zwAMCfyt771rYsE7Orps36VV1m2m/8qdelS2oygKcuyS1UqMmorDxeuKpWgbfaDan6Z98c85jFFLlZyq1KCunnWwmHbZaRCRurUgzOXuMQligQglg3OpIw8JyMX1pnOKxcVCSJmepVXc8RQgpX1us3La51jdF5ei5bnsy3PmcqDXuvtzTZ5Fk0CphlVksB6llWvPGcnz4Oq5ofwnkB8/oZUbSnLslg1kJ1ts683Pys/8IEPZFVnXpvuX9k+wdNlG5Tnry2bdkzpElxJkKVqc/a/PKS6mm++Z3195Gq+CDvnOc/ZTHbofPLZ17lSjo0cI4dW8swEOfdY5rP/zOSde9v335LOgagQgQ0Fuhug2bBhNiewD4HcbpCL9byX5fIXk/njfL7znW+pKucEu54wF1WrnERW2ybwcfzxx1ezk/dc+E0mjvyTIEPuAz8yefB/TjpS14MFS0zkJKV5G88Sm02SXPCCFyyWOTHLt/U5GZtsdOY/qXvu7c5zS1Z5NS/IcvGcW1zOzHbyllEPzdtAcu95RmrklreMZsqFeh4umYvV3BI32XDJf9rOf8lqdCrZOoGDVRqQX+DIc53SZ7lgbR5ns/LKs6fqy3MhkhEl9WXbnv4f/+N/TAKE+Zyp5536rnqBXD/ek1du1csDg1c5XpI2v0iT7atXglbJq5qf977s8T1v+2WX55i+733vO/ULVyk73+Tn53dzvCag/vjHP34qyxzTeb5PRivVVySYk1F0d7zjHYs8PDYBnlWP8Xp+u5z++7//+yIjFKoy83cnbanml33P53KeZ1ZPn+eL1POur9vHdPo49Vy37B/5kR/ZyoPu1y2/vt06n0/17fc5nT5IkKWqQwKmeQBw3qtl9fcEq6tAas5v8vewvn7Z6Xwm1tMmrzbOldKOBOvrZeUZTWl3fdlh083zscPSd2n9vv+WdMlCXTYUsPlEQIBmwuAfAqsL5MQ2Q5pzgZJvrvONcS7Q17mQzANQc5GwTC1STj1dTjhWPRHI9gm05HaaTM965YSweZG16EGJs/LIsjyvJlaZXvWV+qWeh22XYFIedFxPlxOmPPh41VdzFFECNMm/nnfuK8/Dk3MBUF9en87F/kMe8pAivzSVvs0tZbn3Pq71dLOm285/VpldX7aNb6dzIp0Hw+aCO6Pc8qtmecZRRqHlGExQLX3WDPbNs2lelO/igi7Pvso+OatOj3jEIyajematm7UsgYX68hxD+fWrVY+Z3NJUzyefG7mVpr5s1vSyx/esbZddluPwnve851RwJs+Bet/73ldc+9rXPsimLMviPve5T5GHwh4sPDKRz9v8al2CD0dmiwSD80stuX3ixS9+cZFfz8qtZsu0N9vv+5Vgc46Dqh7nOte5igTrq/lV3rdxTK5S3qppN92/ErhKHquWu2769Ms2P5/WrUcb2y17m1MCfPXbm652tasVGR24Tp1y7Na3a+tcKc+sqt9enTLzAwV5X+WVc6XcZrrKNl1Ju++/Jas4SEugDwICNH3oJXXciUD+MOYe+pwkLfPKt8QZ1pnnFOSWl7a/Od8FQi5CcoKUsvLe/AYqwYas8yqK3O6VYdq5beIwjwRlXv3qVxe5kEswLb+WkgvtRdu1nf+isoe0LvZ5mHdutUuwL0G1PJwztwhl9ERGUax7cd0M5Oz6gq55S05G1TzqUY8q0uYh9eG6bcnn+B/8wR8UCTxVeSQQlyDUrG+rE0jNL7c1L67+5m/+pnjkIx85cc1nfvaZKr+8Z8RVgqqZHvPr1FNPLb71rW+NmWDltudYbevzaeXKtLhBRhc2b3OqP/+qKjqfqfXbm/L3NZ/b1fquvNfPlRp1MkuAAIGNBQRoNiaUAYHhCOTiNQGE4bSo3ZZktFRun0ggK7/YsMw30bltIqNv8kyV/PLJohq2nf+isvu+Lhfn8c2FeIbXv//9758aRbGofbktrxn8WJR+H+vyQOtcyOTWnXr5L3nJS4r6N9D1dWObzii6PIy73u48UP0qV7lKfdHUdJ7hk18jaR7LCeo85SlPKXJ7U/2b+bIsi1UfrDxV4IBmMgLA34/lOnT9z6ei6MPnU1Mh+0U+h6vlaX9GHlfz1Xvz9qZFx2q1zT7enSvtQ12ZBMYjIEAznr7WUgKHCmQ4d/VtVYa+N4cWN+8zPjTDPSZ4whOeUOQkcNNXvinL/eSLmpKL5Vy8ZVRVvkXOMznyCw6LLvLzrX5+7jejcBblnXVt558yhvRKn+ehsHl2QZ5FtKht6dv85PkTn/jEIg+azi0gGUmX4Nii7bKumSbD3DPcPevafGV/yMVNngmVn2fNw0yr8hIAzE8gz7sNqko36/3Xfu3XtnLMxKD54OBZ5bW9LH2fW5Gqcsry6F+vq9bV33PsPu95zzvq+SN5aHDzOTVJ23weVT2v3k1vUOH8/chD8jfIYhSb7urzqWuYs25zyt/Bqp4ZtVsPLm9ye1OVZ1vv2derc6W2yuhzvkP7W9LnvlD3fgoI0PSz39R6xALNb3bz0MfmM1KW4ck29ZOjbFM/uU5wIc/UyPLq1XzmRrV80XsuFNe9hWRRvvV1ZVkWzZOl3JZQT7OL6bIsi/ys6z3ucY/JxX6M8/ObedZJvvVs1iHfxD//+c+fXBQ3182aL8t2859VZh+X5RkzD37wg48aMXPCCScUCdxkaH1uxciFUi7gM8oifZSL7XzTu2ybm8/g+Jd/+Zejylw2r2XTJaCU+qYt2SbBmjx7JtPVK89dycOO075q2az3+vGe9bsIMKWcXb2+9rWvTR1buYVp2edhzXpocOrdNL33ve9dbPP21jyn6jd+4zeK3A6SESm5DS/lrvNqfiYmjxiU5VkPsM9FcT6Hsm7VV/aX+jYpryzPyru+zvRZArv6fDqrxG5MNW9zygP08yuJVe2atzfd4ha3OOrvepV2mfddnSvly6yMvKvXaZ0vs/LlwHe/+916Nr2ZHvrfkt50hIoORkCAZjBdqSFjEfipn/qpoizPOgn+8pe/XDRPlJex+Md//Mciz1Oop60/YybfEB1zzDH11cXHP/7xyUMypxYeMpMAUi4CDkm20epZdf385z8/9WslGxWw5sY5abnMZS5TZHRGHqKXn+BunjTmG8MEsdYpou3816nTnreZ7J9Pf/rTi+pXQFKfOOUB3tl/c/GbhwHnpDrrNnk1n1WS0VM5rlbJMw+lTtAlx/Wtb33rIiO/cqI+L49jjz22yKu+PiOxmg+3zbNXTjnllHqyo6brx3tW5phZ92I923ftlQDNunUqy7LIr8Dd7W53m5vFNa95zSK3N81NsMaKl7/85UX6LqO58tmZz/c1sinyTLUEeJrb5jlJ9SBVRv198YtfbCY7dD6jpJoXofl7kc/i+sapxypBz/q2mc5nY/1YzrI+v/KQ6V19PnXNKfvBotuc6rc3ZT/Ns8I2aUM+U8uy/XOl1DE/GJH36pWRt6ue92Sb7B9VHvPe8/dsk79fOaa2/aXZ0P+WzOsLywm0JSBA05asfAm0JJBfILnIRS5ykHtGAmSUxsGCJScywiTPTqmSl2VZ5Lko1Xze8/DLvFevfDOfX5mo5pd5/7M/+7Opb7GX2WadNM3bDD75yU+u9Is2KTPfjucb8fyqzwknnFDc5S53KfJw37NOmooi3/o96UlPKnJhllExuaiur08+s15lWU4eEvy0pz1tavVXv/rVIsGbamHb+VflDPU9+/R73vOeqeZlNE2+jS3Lcmr5vJn0Ry6O562vlucC4NznPnc1W2Q0TjPoebByzkTSZx/IA34TRMovBGXk1ZzkMxdnVMSjH/3ooh78yzex+UWqRQGjHO9leZZJ7DK6aGYhCxbmwbq5YDjuuOOKO9zhDkXmFwWZFmS11VXNAFou9OO9bCG5EMoIlutc5zpHbRLzjFJKu49aucGC5oVO9qllPl/yy1n1YvOLexnRUl+W6R/7sR8r8jck09XrsEBela7+nuBX/h7UlzU/g7Mu+2TdKJ+xuQ0v65Z55fNwmXR9SZNjbFefT100ad7m9MEPfrBIsCDBjHxZUdX5Gte4RpHRgdX8Ou/Zz3d1rnT5y19+qor5HF0luJrjIgGqqUzmzCTQlV+kqq/Ow6br84um85mS88ZFaVZdN/S/Jat6SE9gUwEBmk0FbU9gmwJL5JWgQJ49UU/63Oc+d6XRIjnhz0Mv817lk+fN5IGq1XzeU06CFZnOKxc3CbhkeplXgjknn3zyMkk3TpP71XMxUGWUkQAJruTEp1p22HueWZGH/uaEMQGeF7zgBUUeLlu/0ElgKxf8b3zjG4v8ElO+6c7FymF5V+sve9nLTr7druab723n3yxvaPM5+azfuleWZZGRDmV5ViDisDanT5cJMBxzzDFF/YI6+1puP8r7YWVkfY6/N7/5zZk8eOWhmPURDgcrDpk44YQTitymVU/253/+50UeSD2vPtkX69/8Jl32+VVO9nOM58HEGVGRWxQynQutslzeu17nbU7n2Tz1z6/kvepnZUaA5EIv29Zf2T/yGbqKVX37edP1z7CkSRAkxple9GqOZskFXIIxzW2yb2Ufqy9PYHCVi8ls+5rXvKZIYDHTecUpvzyX6UWvuC1bVgKVzV/MWpR3H9bt8vOpix6XvOQlJ7fvVXXLLU7Zx/PZkYeeV8vzXLD6391q+SrvuzxXSoCifptTRqblOWHL1jej2DY5V8q52bJl5fN52bTLphv635JlHaQjsC0BAZptSfYkH9Xsv0C+PckvkdRb8t73vrfIhWF92aLpfGv10pe+dCpJbpHICU19Yb6Bvv71r19fVDz1qU8tlrlgyEa5gKmfdGVZW6+MZrj61a8+lX2+yV+2/Fws50G/CbpUmeQ5PHkWRTWf99weU7/wybDkVYJWuR0t3+Qnr7xywVT/lq/t/FPmkF+5qKs/KylBh1UuonObT0a8A24nAAAQAElEQVRGLGOUZ4/c8IY3nEr6whe+sMgzJqYWzplJELB+El+WZXHjG994TurFi8uyLO5+97sXzVEMGe2Vi6BZW+cWmBvc4AZTqzKCp16nqZUzZmYd4zlm8jk1I/lOFx1zJIDW9FjlszL7zeMe97giQZ1ZFc/yjIjLPjZr/TrLcktk/cI0F64JEi/KK5/HzYu7jGbK/jlru9ve9rbFOc5xjoNV2eef85znLD3SMemf8YxnHGyfiYx4qAcrsyyv7AfZzzJdvfLrasuY5bN72VEFVd5df9/l51MXLbI/1G9zyt/dBAzSz9XfxW3c3pS2p6xdnSvl3CnnUCm3euUYybFSzc97z7GQwHjODealqS9Pu/IrUvVl73vf+4oEP+vLZk2nPq997WtnrdpoWY7xIf8t2QjHxgTWENh2gGaNKtiEAIFVBa597WsXOZGvb3fnO9+5yOiP+rJZ07lYu93tblfkFohqfb61ze08ZTn9rXcuFPLMjvrJfE6aM4LksJOBt7zlLcXDH/7wqojW33PLwW/+5m9O/fLKN7/5zSIXI4cNk88JUi5Mc5FSr2gulpv3wWek0bWuda16suI+97nPUhflud3kyU9+8tS2eRhoPeDTdv5ThQ9wJiMH6rdUpIkZIZCL7UwveuXkNbeu1YN0Vfp52+eWnlxQVOlykZGLgtNOO61aNPM937A+8IEPnHpWTob/N4OMMzees/ACF7hAkYBCAotVkhwDOV5zC0G1rHovy7LIM1bqJ/u5/eSud71rkQumKt289w984APFYx/72KnV+Vy66U1vOrVsXzP5TEjQqiynP9dyvKbui+qVW4bi8KhHPWpRsiK/7JQHT+czZGHCJVcmKJ6RP1Xy5Ps7v/M7xbz9Kftl+iCfy9U2eb/RjW5U5EIu081XRls1A+/JI8H3lNdMX5/P7X/5TK0fI9nf8nci3vW0mc7flgSdM1298pydZn2rddV7jsX8Tar/narW9fl9159PXbTK51x9ZFvOFV75ylceVDXBvk1vb6oy29W5UlmWxa//+q8X9c/SHCM5L6uPNKvqVb3neMvfp2W/FMh2OS9rBp4ToH3rW9+a1XNf+ZuTz8PUa26iNVeU5bD/lqzJMqbNtHXLAgI0WwaVHYFdCOTbivxBz4lxVV5O1POw0Fx85OKiWl69J6CS2x3ySzXNIea5yMhJe5W2/p7h8DnJqC/LLw9l5EC+3a0vz3RudXj84x9f5FuyXKxm2a5eeWZOTkDq5eXZHhl6nzrHoL4u07FKYOc2t7nN1C/w5MLiYQ97WNG86MjJUS5G6kGrXARf73rXK3LhkX5Ivs1XbkFIYCe3nVTr0n/5xafkWS3LdJv5V+UM9T2jJprf5L/oRS8q7nvf+xbp61ntzgiEPMMl22W4/aw0ufVs1vIM2X/oQx86tSppc5GRk+b6aJ4kygl5gqS5Ja8+8ir7Qp4Z0wwuZZtVXtnH8hOn9W1Sj5e97GX1RQfTCagkAHCw4MhE9ud8G5rgxCyzHEcZmZOykvbIJpP/04Zsk8+nyYIO/JNgUYJo9aqkzql7Hsicz6v6uuwLaVsuEHO7Vn1dPhPyLKP6sgS08pmbZ9U0+7qebtnpjKbLc63q6av9KQH4KtCWz5mMrMl+lIfO1tMnYHiTm9ykvmhqOp9p2d/TnvqKBzzgAUX+hiQIU1+e6bQt5edZGx/72Mey6OCVQEoCQgcLahNlWRY3u9nNakuKIv5xnDWSJu3K5+gVr3jFIu2e2nAAM7v+fOoiWT4z88VEVbeMJMyrmk8AMH8Hq/lN3vNZtKtzpfz9SNC9Xt/8vU/Qfda+ns+eHIfNc4/69vOmr3vd607dKp3PoXzuv+IVryhyrNa3y3z+BuTcr/43p55mG9Pt/i3ZRg3lQaA/AgI0/ekrNSUwJZALjwRCphYemcltPRnanm8tc+KcgEVGgeTC7173uleRE+AjyQ7+zzfo+bWSspz+lrlKkBOlXHTlj2+1LO8ZUpth9DnhzAVQVc55znOe4nd/93cPgh1lOTvf5LHtV+qai67mQz0TKMq34TGIReqaV76FilXM6nXJhWZO6nJCU19eTeeEK9+WVfN5z4Xs7W9/+yK/YpKTz+Sf14knnljk28L45cI8aatX+icXitV89d52/lU5Q3xPf+ZBz8225ZdxcjtZnhUQ9/RNLoRzMZtvPR/xiEccHBt5OGz9eQLJKye5eZ/1Sn45jurrEgTNKIXUJ/tAVV5GS+Uit/nMgBzLOemu57HOdOqeQE9+Gaq+fS4EMiqhvqyaToCyWf+c8D/ykY+c/IR0/bMk30jnOMqonOZnSS7w8+yIKt8uvMcj7cjxV69P6p7AdNqSi7iMXMtxmn0hbcvxXE+f5fmGOhdATaukyzYJZDe3y7pVX/msymdrfbvsTwme5KHUZVlOblHK58SskSj5PM9FcH375nT2wec973lTIw6T5vWvf/3k4az1z/XslwnqpPz6852SPp+1CU7FOfOzXtln8hyo+rq0J9te7GIXmzxYOsdHysnnZz5HK8ekWRRsqufZh+l8Huz686lrLhnZlS9wZtUrn7sJzs1at+6ypc6V7nKXyS2iOT/IZ8I650plOfuX3/Jsu+zH+ezP35zs6ykn50r5bFqnXZe73OUmo4Pr2+Y8J6Oj81lVlZO/Pdnn8rco9Uj6jNKb9RmWdZu+hvy3ZFMb2xNYReCHVkksLQEC3REoy7LItzUZXj/r5DgjAXJfc56TkGdi5IKrWfs8VHTe9vW0uYDJMOTmRU7SZOh9vmmeVU5Grpx00klJtrNXTkZyu1K+oW0WGoNYpK55Nb8JTvoEZ3Lv+D3vec/MznyVZTm5lSQXEs0EufDLQ2aTf155mHAeOtxMd8c73rHI8ytm9V1Ztpt/sy5Dm8/J6az+S//n1zWq4yJDy/PQznr78yyjjEzIiWZ9eY6njH6pL6um04c5ju5///tXiw7e8y1p9oHsCykvP3F6sPLMiQSHclFdltsJZuYWmebthRnWnsBp9s8ziz14W1T/JErbK7N8AxvHLK+/0vbcJpMgaX15F6Zz0ff2t7+9yOfRrPrkF7sSMJh1nCZ9tksgJKMJK6tZ+1d+Mn1eHsln2VeCFi9+8YuL5giXZbZPPzT33XnbJeCSh1TnQrGZpv65ngf1ztpvcpzlszafuc3t6/O54H36058+CfzUl2c6x1/196NZTkahZeRXbt1L2j6/6nWP26z9J8dVG59P9bK7Mt28zamqV0bB5nku1fw23styd+dK+XzI3/VZ5wb57M/fgPwtyHlI+rtqX7bL+Vwetl0tW/Sez9kEd/LZ1EyXEWpVOfnbk79BVZo88DzL8neuWrbN97Rj3t/ClNP3vyVpgxeBXQgI0OxCWRkEWhIoy7LI7TAZmZFRG8sWk5EjueB44hOfWOQP6jLb5SInz22Y9e3frO0TgHjPe95T5Jvp+vqcWCQIUl+27elcMLzqVa8q8m137vlfNv+45AQ5bSzLxRfL+aY3t84kAJVvl5ctI/VJvfLtdfKYt13WtZn/vHKHsDz79DOf+cwit6pkepk25SI126T/sx9kpE1ZnrUPJGiTi8l5eaWcjCTIReayJ79Jl/QJ0GT7eXmvszwXCLntrr5tHg6Z21Tqy6rplF/Vvzl6o0oz671qQ7ZNHrPSdGFZgh4Z9bfKZ161T2S7jCip2pF2Zl95zGMeUy0q8q10gtj5nDxYuMFERu8l0Jt9cYlsitQ1nyurtC/55takXDTd8pa3zOxSr/R5Ajt5bkg+a5fZKLfQ5u9H83anedvmtrE8PDajDual6evyav/Z5edT16wywmvWOUv2j7I863N3W/Uuy92dK1V/u3M85rg8rA05nvL3JYG7w9LW1+czLX8/cr5SXz5vOrYpp/lrnfPSr7s8+3f+HqRuQ/xbsq6L7QisIiBAs4qWtAQ6KpB7n3Pym2fC5FvyDH/NH8mqupnOsqxLmpz4z/rmpUo/7z0nGwlIfOlLX5o8ADg/rVgPtuSbrzxTJbdv5NdscqLSzCvPdpi1vJlu0/mzne1skyHA+WWEU045pchtWLnIqtc3LvmZ4YwkqlxiuWzZKSMnR3n47zve8Y6ZZaS8lJvyU4/UJ/fYZ9vDykmaNvM/rPw+r0/f5hvJjBzJt/cZUt7c7xI8TL+k73LrRi4Kq2Bb9u3sG5VBRhRk9Eg1P+u9LMsit3NkX8qJcPJOGfW0uc0qIxfyS0l5eHXSl+X2L0gyaiEBhPo3shkB9MhHPrKY9YyR1LEsz6j/pz/96eIv//Ivi4zEiMHZz372rJ68qv05x/mHPvShIm1tqw2TArf4T/o2x3pGueQb5jxnJ/1RLyKfYem3WftEPV32r9xKlouQ3D6Q25+2FZypyjn22GOL/OLeon0pbXjNa15T5EGky36uVPlX77nQi0c+1/MQ8+axkj7PqKzsD1Wf57ajslxtv005GXGTgFD2n/qxUZUR09QjAbDm8VrVdwjv2X92/fnUJbdZtznl+Nn27U3NNufv+y7OlfK3O8djgvr5xczmMZV9O8du9Xdg2UBssz31c7IcOzlOcyxV6XKM5VjLMZdjb1cBz7Ic9t+Sytc7gbYEBGjakpVv5wXyzIBcsFSvDANt++SgQsnzIXLBt82yy7IsckKfX3HJiJr8+kWVf6azLOuSpixXO7Gu6l29J8iS59LkIi7P5qjKSfDhD//wD4tc1FVpq2cJVPMZQVOWs8tv9kmG+VfbrfueE+E8SDOjUU499dTJA/Sq+sYlwaR867yJS8rIRdqsMuKTcrMu9UjaVduSbdrMf9X6zEuf4yfHUeWb99z/Py/9wfLGRIILGX2V7avXOvkk29wekQcE58IyD1it8st7jsH0S2xjnPTVKw9rTQAl6apXRqVU6xe95+T8qle9apG8U0a1fd7zSxoZyZL2NMuclWfSZbvqFZf4zErbXJaLgmZ/pE25UG6mrc+n/glQ5Va/HB85Tqryq/05x3nyT9r6toum2zi+F5U3b10ujjJiJLc9pT+qtuU9n2Hpt1n7RDO/sjzjIiTBnFwYNddvYz6+i/altCG3cyb4tGl5+VzPLVLNYyV9ngf2Zn9Ytc+bdSrLsshFcvaf+rFRlZHb5FKP+nb5O5C+ySv7cz5n6uur6U33r31s3/bnU6xiFru8Mp1lldk23uv9kzKW/YxK4CDpq9cXv/jFIs8EO6xOqX/aUW2X6Sw7bLtqfVnu7lwpnzX5u9E8pvK3KMduPt+rvwNpQ9pStSuuVZ0Pe88xk2Mnx2mOpSqPHGM51nLMleVZ513NfT31mFVGs06pX5bNSjtrWT6/2vhbMqssywgMSUCAZki9qS0EOiiQE4R6tXIClpOW+rK2p+VPgAABAgQIECBAgACBrgsI0HS9h9SvDwKDrWMeeplhx7mPOMP+883yd77znaXbm7R5fkN9g9xqVZ83TYAAAQIECBAgQIAAAQJFIUDTi71AJQnsRyDPY0jJec5EfmkjMfN17wAAEABJREFUP82YoE2WLfPKryTVn9uR25vy8MtltpWGAAECBAgQIECAAAECYxI4I0AzphZrKwECSwuc+9znLvJrC9UG3//+94vnP//5xfe+971q0dz33Np0l7vcpcjzK6pEuXc59yNX894JECBAgAABAgQIENixgOI6KyBA09muUTEC+xfIw0jzM6z1muQ2p/wcZB58W19eTecBdSeffHJxnetcp8gD66rl+WWB/IrUsj/LWm3nnQABAgQIECBAoF8CakuAwHoCAjTrudmKwGgE7nSnOxWXucxlptr7+te/vrjUpS41+cWFBGvufve7F3ld+cpXLvJrIvkFlC984QtT2zzgAQ8obnzjG08tM0OAAAECBAgQWEPAJgQIEBikgADNILtVowhsT+DCF75w8ZrXvGYSkGnm+pWvfKX4oz/6o+K5z33u5PXhD3945u1Pj3nMY4r8BGSeQdPMwzwBAgQIEOiegBoRIECAAIHdCwjQ7N5ciQR6J3D88ccXf/EXf1Hc+973Xqnu+fWnd73rXcVDHvKQ4uxnP/tK20pMgACBQQtoHAECBAgQIECgISBA0wAxS4DAbIHznOc8xUknnVR84xvfKJ73vOdNnjFzoQtdaCpxgjD5Ge08aya//PTZz362uPa1r12UZTmVzgwBAu0LKIEAAQIECBAgQKBfAgI0/eovtSWwd4ELXOACRX6d6Z3vfGfx9a9/vfjBD35w8MovNn3iE58oHve4xxXHHnuswMzee6vVCsicAAECBAgQIECAAIEtCgjQbBFTVgQIbFNAXgQIECBAgAABAgQIEBiPgADNePpaS5sC5gkQIECAAAECBAgQIECAQEcEBGha7AhZEyBAgAABAgQIECBAgAABAsMX2EYLBWi2oSgPAgQIECBAgAABAgQIECDQnoCcRyAgQDOCTtZEAgQIECBAgAABAgQILBawlgCBfQsI0Oy7B5RPgAABAgQIECBAYAwC2kiAAAECCwUEaBbyWEmAAAECBAgQINAXAfUkQIAAAQJ9FhCg6XPvqTsBAgQIECCwSwFlESBAgAABAgRaExCgaY1WxgQIECBAYFUB6QkQIECAAAECBMYqIEAz1p7XbgIEximg1QQIECBAgAABAgQIdFJAgKaT3aJSBPoroOYECBAgQIAAAQIECBAgsLqAAM3qZrbYr4DSCRAgQIAAAQIECBAgQIDA4AQEaI7qUgsIECBAgAABAgQIECBAgACB4Qt0q4UCNN3qD7UhQIAAAQIECBAgQIAAgaEIaAeBFQQEaFbAkpQAAQIECBAgQIAAAQJdElAXAgSGIyBAM5y+1BICBAgQIECAAAEC2xaQHwECBAjsSECAZkfQiiFAgAABAgQIEJglYBkBAgQIECAQAQGaKHgRIECAAAECwxXQMgIECBAgQIBADwQEaHrQSapIgAABAt0WUDsCBAgQIECAAAECmwoI0GwqaHsCBAi0L6AEAgQIECBAgAABAgQGLiBAM/AO1jwCywlIRYAAAQIECBAgQIAAAQL7FBCg2af+mMrWVgIECBAgQIAAAQIECBAgQGCuwGACNHNbaAUBAgQIECBAgAABAgQIECAwGIGhNkSAZqg9q10ECBAgQIAAAQIECBAgsI6AbQjsRUCAZi/sCiVAgAABAgQIECBAYLwCWk6AAIGjBQRojjaxhAABAgQIECBAgEC/BdSeAAECBHonIEDTuy5TYQIECBAgQIDA/gXUgAABAgQIENiugADNdj3lRoAAAQIECGxHQC4ECBAgQIAAgVEJCNCMqrs1lgABAgTOEjBFgAABAgQIECBAoDsCAjTd6Qs1IUBgaALaQ4AAAQIECBAgQIAAgSUFBGiWhJKMQBcF1IkAAQIECBAgQIAAAQIEhiEgQDOMfmyrFfIlQIAAAQIECBAgQIAAAQIEdiCw5wDNDlqoCAIECBAgQIAAAQIECBAgQGDPAoo/TECA5jAh6wkQIECAAAECBAgQIECg+wJqSKDnAgI0Pe9A1SdAgAABAgQIECBAYDcCSiFAgECbAgI0berKmwABAgQIECBAgMDyAlISIECAwIgFBGhG3PmaToAAAQIECIxNQHsJECBAgACBrgoI0HS1Z9SLAAECBAj0UUCdCRAgQIAAAQIE1hIQoFmLzUYECBAgsC8B5RIgQIAAAQIECBAYooAAzRB7VZsIENhEwLYECBAgQIAAAQIECBDYuYAAzc7JFUiAAAECBAgQIECAAAECBAgQmBYQoJn2GMacVhAgQIAAAQIECBAgQIAAAQK9ElgrQNOrFqosAQIECBAgQIAAAQIECBAgsJaAjXYnIECzO2slESBAgAABAgQIECBAgMC0gDkCBM4UEKA5E8IbAQIECBAgQIAAAQJDFNAmAgQI9ENAgKYf/aSWBAgQIECAAAECXRVQLwIECBAgsAUBAZotIMqCAAECBAgQINCmgLwJECBAgACB4QsI0Ay/j7WQAAECBAgcJmA9AQIECBAgQIDAngUEaPbcAYonQIDAOAS0kgABAgQIECBAgACBRQICNIt0rCNAoD8CakqAAAECBAgQIECAAIEeCwjQ9LjzVH23AkojQIAAAQIECBAgQIAAAQJtCQjQtCW7er62IECAAAECBAgQIECAAAECBIYvMLOFAjQzWSwkQIAAAQIECBAgQIAAAQJ9FVDvPgoI0PSx19SZAAECBAgQIECAAAEC+xRQNgECWxcQoNk6qQwJECBAgAABAgQIENhUwPYECBAYm4AAzdh6XHsJECBAgAABAgQi4EWAAAECBDolIEDTqe5QGQIECBAgQGA4AlpCgAABAgQIEFheQIBmeSspCRAgQIBAtwTUhgABAgQIECBAYDACAjSD6UoNIUCAwPYF5EiAAAECBAgQIECAwG4EBGh246wUAgRmC1hKgAABAgQIECBAgAABAkcEBGiOIPh/yALaRoAAAQIECBAgQIAAAQIEui8gQLNpH9meAAECBAgQIECAAAECBAgQGL5Ayy0UoGkZWPYECBAgQIAAAQIECBAgQGAZAWnGLSBAM+7+13oCBAgQIECAAAECBMYjoKUECHRYQICmw52jagQIECBAgAABAgT6JaC2BAgQILCugADNunK2I0CAAAECBAgQ2L2AEgkQIECAwEAFBGgG2rGaRYAAAQIECKwnYCsCBAgQIECAwD4EBGj2oa5MAgQIEBizgLYTIECAAAECBAgQOEpAgOYoEgsIECDQdwH1J0CAAAECBAgQIECgbwICNH3rMfUl0AUBdSBAgAABAgQIECBAgACBrQoI0GyVU2bbEpAPAQIECBAgQIAAAQIECBAYk8BYAzRj6mNtJUCAAAECBAgQIECAAAECYxXoTbsFaHrTVSpKgAABAgQIECBAgAABAt0TUCMC2xEQoNmOo1wIECBAgAABAgQIECDQjoBcCRAYhYAAzSi6WSMJECBAgAABAgQIzBewhgABAgT2LyBAs/8+UAMCBAgQIECAwNAFtI8AAQIECBA4RECA5hAgqwkQIECAAIE+CKgjAQIECBAgQKDfAgI0/e4/tSdAgACBXQkohwABAgQIECBAgECLAgI0LeLKmgABAqsISEuAAAECBAgQIECAwHgFBGjG2/daPj4BLSZAgAABAgQIECBAgACBjgoI0HS0Y/pZLbUmQIAAAQIECBAgQIAAAQIE1hHoV4BmnRbahgABAgQIECBAgAABAgQIEOiXwAhrK0Azwk7XZAIECBAgQIAAAQIECIxdQPsJdE1AgKZrPaI+BAgQIECAAAECBAgMQUAbCBAgsJKAAM1KXBITIECAAAECBAgQ6IqAehAgQIDAkAQEaIbUm9pCgAABAgQIENimgLwIECBAgACBnQkI0OyMWkEECBAgQIBAU8A8AQIECBAgQIDAGQICNGc4+JcAAQIEhimgVQQIECBAgAABAgR6ISBA04tuUkkCBLoroGYECBAgQIAAAQIECBDYXECAZnNDORBoV0DuBAgQIECAAAECBAgQIDB4AQGawXfx4Q2UggABAgQIECBAgAABAgQIENivwC4CNPttodIJECBAgAABAgQIECBAgACBXQgoYwMBAZoN8GxKgAABAgQIECBAgAABArsUUBaB4QoI0Ay3b7WMAAECBAgQIECAAIFVBaQnQIDAngQEaPYEr1gCBAgQIECAAIFxCmg1AQIECBCYJSBAM0vFMgIECBAgQIBAfwXUnAABAgQIEOihgABNDztNlQkQIECAwH4FlE6AAAECBAgQILBtAQGabYvKjwABAgQ2F5ADAQIECBAgQIAAgZEJCNCMrMM1lwCBMwT8S4AAAQIECBAgQIAAgS4JCNB0qTfUZUgC2kKAAAECBAgQIECAAAECBJYWEKBZmqprCdWHAAECBAgQIECAAAECBAgQGIrA/ADNUFqoHQQIECBAgAABAgQIECBAgMB8AWs6ISBA04luUAkCBAgQIECAAAECBAgMV0DLCBA4XECA5nAjKQgQIECAAAECBAgQ6LaA2hEgQKD3AgI0ve9CDSBAgAABAgQIEGhfQAkECBAgQKBdAQGadn3lToAAAQIECBBYTkAqAgQIECBAYNQCAjSj7n6NJ0CAAIExCWgrAQIECBAgQIBAdwUEaLrbN2pGgACBvgmoLwECBAgQIECAAAECawoI0KwJZzMCBPYhoEwCBAgQIECAAAECBAgMU0CAZpj9qlXrCtiOAAECBAgQIECAAAECBAjsQUCAZsfoiiNAgAABAgQIECBAgAABAgSGL7BqCwVoVhWTngABAgQIECBAgAABAgQI7F9ADQYmIEAzsA7VHAIECBAgQIAAAQIECGxHQC4ECOxSQIBml9rKIkCAAAECBAgQIEDgLAFTBAgQIHAgIEBzQGGCAAECBAgQIEBgaALaQ4AAAQIE+iIgQNOXnlJPAgQIECBAoIsC6kSAAAECBAgQ2IqAAM1WGGVCgAABAgTaEpAvAQIECBAgQIDAGAQEaMbQy9pIgACBRQLWESBAgAABAgQIECCwdwEBmr13gQoQGL6AFhIgQIAAAQIECBAgQIDAYgEBmsU+1vZDQC0JECBAgAABAgQIECBAgECvBQRoluo+iQgQIECAAAECBAgQIECAAIHhC+yvhQI0+7NXMgECBAgQIECAAAECBAiMTUB7CcwREKCZA2MxAQIECBAgQIAAAQIE+iigzgQI9FNAgKaf/abWBAgQIECAAAECBPYloFwCBAgQaEFAgKYFVFkSIECAAAECBAhsImBbAgQIECAwPoHeB2jKsizK0qssGZQlg7JkUJYMypJBWTIoSwZlucDAOudP9gH7gH3APmAfGNw+0PeQTu8DNH3vAPUnQIAAgWEKaBUBAgQIECBAgACBVQQEaFbRkpYAAQLdEVATAgQIECBAgAABAgQGJCBAM6DO1BQC2xWQGwECBAgQIECAAAECBAjsSkCAZlfSyjlawBICBAgQIECAAAECBAgQIEBgIjDoAM2khf4hQIAAAQIECBAgQIAAAX6uruwAABAASURBVAIEBi0whMYJ0AyhF7WBAAECBAgQIECAAAECBNoUkDeB1gUEaFonVgABAgQIECBAgAABAgQOE7CeAIGxC/QhQFMe6SSvomDAwD5gH7AP2AfsA/P3gaLxH6vCuUNRMCiKmoFpnwv2AfuAfaDo8n99CNB02U/dCBAgQIAAAQIEzhTwRoAAAQIECKwvIECzvp0tCRAgQIAAgd0KKI0AAQIECBAgMFgBAZrBdq2GESBAgMDqArYgQIAAAQIECBAgsB8BAZr9uCuVAIGxCmg3AQIECBAgQIAAAQIEZggI0MxAsYhAnwXUnQABAgQIECBAgAABAgT6JyBA078+23eNlU+AAAECBAgQIECAAAECBAhsWaCDAZott1B2BAgQIECAAAECBAgQIECAQAcFVKkuIEBT1zBNgAABAgQIECBAgAABAsMR0BICPRIQoOlRZ6kqAQIECBAgQIAAAQLdElAbAgQIbEtAgGZbkvIhQIAAAQIECBAgsH0BORIgQIDASAQEaEbS0ZpJgAABAgQIEJgtYCkBAgQIECDQBQEBmi70gjoQIECAAIEhC2gbAQIECBAgQIDAoQICNIcSSUCAAAECXRdQPwIECBAgQIAAAQJ9FxCg6XsPqj8BArsQUAYBAgQIECBAgAABAgRaFRCgaZVX5gSWFZCOAAECBAgQIECAAAECBMYsIEAzlt7XTgIECBAgQIAAAQIECBAgQKCzAlsL0HS2hSpGgAABAgQIECBAgAABAgQIbE1ARu0ICNC04ypXAgQIECBAgAABAgQIEFhPwFYERikgQDPKbtdoAgQIECBAgAABAmMW0HYCBAh0T0CApnt9okYECBAgQIAAAQJ9F1B/AgQIECCwooAAzYpgkhMgQIAAAQIEuiCgDgQIECBAgMCwBARohtWfWkOAAAECBLYlIB8CBAgQIECAAIEdCgjQ7BBbUQQIECBQFzBNgAABAgQIECBAgEAlIEBTSXgnQGB4AlpEgAABAgQIECBAgACBnggI0PSko1SzmwJqRYAAAQIECBAgQIAAAQIEtiEgQLMNxfbykDMBAgQIECBAgAABAgQIECAwfIFCgGYEnayJBAgQIECAAAECBAgQIDB2Ae3vuoAATdd7SP0IECBAgAABAgQIECDQBwF1JEBgIwEBmo34bEyAAAECBAgQIECAwK4ElEOAAIEhCwjQDLl3tY0AAQIECBAgQGAVAWkJECBAgMDeBARo9kavYAIECBAgQGB8AlpMgAABAgQIEJgtIEAz28VSAgQIECDQTwG1JkCAAAECBAgQ6KWAAE0vu02lCRAgsD8BJRMgQIAAAQIECBAgsH0BAZrtm8qRAIHNBGxNgAABAgQIECBAgACB0QkI0IyuyzW4KBgQIECAAAECBAgQIECAAIFuCQjQtNEf8iRAgAABAgQIECBAgAABAgSGL7DFFgrQbBFTVgQIECBAgAABAgQIECBAYJsC8hqPgADNePpaSwkQIECAAAECBAgQINAUME+AQEcEBGg60hGqQYAAAQIECBAgQGCYAlpFgAABAssICNAsoyQNAQIECBAgQIBAdwXUjAABAgQIDEBAgGYAnagJBAgQIECAQLsCcidAgAABAgQItC0gQNO2sPwJECBAgMDhAlIQIECAAAECBAiMXECAZuQ7gOYTIDAWAe0kQIAAAQIECBAgQKDLAgI0Xe4ddSPQJwF1JUCAAAECBAgQIECAAIG1BQRo1qaz4a4FlEeAAAECBAgQIECAAAECBIYqIEBzVs+aIkCAAAECBAgQIECAAAECBIYv0MkWCtB0sltUigABAgQIECBAgAABAgT6K6DmBFYXEKBZ3cwWBAgQIECAAAECBAgQ2K+A0gkQGJyAAM3gulSDCBAgQIAAAQIECGwuIAcCBAgQ2K2AAM1uvZVGgAABAgQIECBwhoB/CRAgQIAAgZqAAE0NwyQBAgQIECAwJAFtIUCAAAECBAj0R0CApj99paYECBAg0DUB9SFAgAABAgQIECCwJQEBmi1ByoYAAQJtCMiTAAECBAgQIECAAIFxCAjQjKOftZLAPAHLCRAgQIAAAQIECBAgQKADAgI0HeiEYVdB6wgQIECAAAECBAgQIECAAIHDBPofoDmshdYTIECAAAECBAgQIECAAAEC/RcYeAsEaAbewZpHgAABAgQIECBAgAABAssJSEVgnwICNPvUVzYBAgQIECBAgAABAmMS0FYCBAjMFRCgmUtjBQECBAgQIECAAIG+CagvAQIECPRVQICmrz2n3gQIECBAgACBfQgokwABAgQIEGhFQICmFVaZEiBAgAABAusK2I4AAQIECBAgMEYBAZox9ro2EyBAYNwCWk+AAAECBAgQIECgcwICNJ3rEhUiQKD/AlpAgAABAgQIECBAgACB1QQEaFbzkppANwTUggABAgQIECBAgAABAgQGJSBAM6ju3F5j5ESAAAECBAgQIECAAAECBAjsTmBfAZrdtVBJBAgQIECAAAECBAgQIECAwL4ElLukgADNklCSESBAgAABAgQIECBAgEAXBdSJwDAEBGiG0Y9aQYAAAQIECBAgQIBAWwLyJUCAwA4EBGh2gKwIAgQIECBAgAABAosErCNAgAABAgI09gECBAgQIECAwPAFtJAAAQIECBDouIAATcc7SPUIECBAgEA/BNSSAAECBAgQIEBgEwEBmk30bEuAAAECuxNQEgECBAgQIECAAIEBCwjQDLhzNY0AgdUEpCZAgAABAgQIECBAgMC+BARo9iWv3DEKaDMBAgQIECBAgAABAgQIEJgpIEAzk6WvC9WbAAECBAgQIECAAAECBAgQ6KPAagGaPrZQnQkQIECAAAECBAgQIECAAIHVBKTeuYAAzc7JFUiAAAECBAgQIECAAAECBAgQmBYQoJn2MEeAAAECBAgQIECAwDAEtIIAAQK9EhCg6VV3qSwBAgQIECBAgEB3BNSEAAECBAhsT0CAZnuWciJAgAABAgQIbFdAbgQIECBAgMBoBARoRtPVGkqAAAECBI4WsIQAAQIECBAgQKAbAgI03egHtSBAgMBQBbSLAAECBAgQIECAAIElBARolkCShACBLguoGwECBAgQIECAAAECBPovIEDT/z7UgrYF5E+AAAECBAgQIECAAAECBFoWEKBpGXiZ7KUhQIAAAQIECBAgQIAAAQIEhi+wqIUCNIt0rCNAgAABAgQIECBAgAABAv0RUNMeCwjQ9LjzVJ0AAQIECBAgQIAAAQK7FVAaAQJtCQjQtCUrXwIECBAgQIAAAQIEVhewBQECBEYqIEAz0o7XbAIECBAgQIDAWAW0mwABAgQIdFFAgKaLvaJOBAgQIECAQJ8F1J0AAQIECBAgsLKAAM3KZDYgQIAAAQL7FlA+AQIECBAgQIDA0AQEaIbWo9pDgACBbQjIgwABAgQIECBAgACBnQoI0OyUW2EECFQC3gkQIECAAAECBAgQIEDgLAEBmrMsTA1LQGsIECBAgAABAgQIECBAgEBvBARo1u4qGxIgQIAAAQIECBAgQIAAAQLDF9hNCwVoduOsFAIECBAgQIAAAQIECBAgMFvAUgJHBARojiD4nwABAgQIECBAgAABAkMW0DYCBLovIEDT/T5SQwIECBAgQIAAAQJdF1A/AgQIENhQQIBmQ0CbEyBAgAABAgQI7EJAGQQIECBAYNgCAjTD7l+tI0CAAAECBJYVkI4AAQIECBAgsEcBAZo94iuaAAECBMYloLUECBAgQIAAAQIE5gkI0MyTsZwAAQL9E1BjAgQIECBAgAABAgR6KiBA09OOU20C+xFQKgECBAgQIECAAAECBAi0ISBA04aqPNcXsCUBAgQIECBAgAABAgQIEBihwOgCNCPsY00mQIAAAQIECBAgQIAAAQKjE+hbgwVo+tZj6kuAAAECBAgQIECAAAECXRBQBwJbFRCg2SqnzAgQIECAAAECBAgQILAtAfkQIDAmAQGaMfW2thIgQIAAAQIECBCoC5gmQIAAgc4ICNB0pitUhAABAgQIECAwPAEtIkCAAAECBJYTEKBZzkkqAgQIECBAoJsCakWAAAECBAgQGISAAM0gulEjCBAgQKA9ATkTIECAAAECBAgQaF9AgKZ9YyUQIEBgsYC1BAgQIECAAAECBAiMXkCAZvS7AIAxCGgjAQIECBAgQIAAAQIECHRbQICm2/3Tl9qpJwECBAgQIECAAAECBAgQILCBQE8CNBu00KYECBAgQIAAAQIECBAgQIBATwTGW00BmvH2vZYTIECAAAECBAgQIEBgfAJaTKCjAgI0He0Y1SJAgAABAgQIECBAoJ8Cak2AAIF1BARo1lGzDQECBAgQIECAAIH9CSiZAAECBAYoIEAzwE7VJAIECBAgQIDAZgK2JkCAAAECBHYtIECza3HlESBAgAABAkXBgAABAgQIECBAYEpAgGaKwwwBAgQIDEVAOwgQIECAAAECBAj0SUCApk+9pa4ECHRJQF0IECBAgAABAgQIECCwNQEBmq1RyojAtgXkR4AAAQIECBAgQIAAAQJjERCgGUtPz2qnZQQIECBAgAABAgQIECBAgEAnBFoN0HSihSpBgAABAgQIECBAgAABAgQItCog880FBGg2N5QDAQIECBAgQIAAAQIECLQrIHcCgxcQoBl8F2sgAQIECBAgQIAAAQKHC0hBgACB/QoI0OzXX+kECBAgQIAAAQJjEdBOAgQIECCwQECAZgGOVQQIECBAgACBPgmoKwECBAgQINBfAQGa/vadmhMgQIAAgV0LKI8AAQIECBAgQKAlAQGalmBlS4AAAQLrCNiGAAECBAgQIECAwDgFBGjG2e9aTWC8AlpOgAABAgQIECBAgACBDgoI0HSwU1Sp3wJqT4AAAQIECBAgQIAAAQIEVhUQoFlVbP/p1YAAAQIECBAgQIAAAQIECBAYmMCMAM3AWqg5BAgQIECAAAECBAgQIECAwAwBi7okIEDTpd5QFwIECBAgQIAAAQIECAxJQFsIEFhaQIBmaSoJCRAgQIAAAQIECBDomoD6ECBAYCgCAjRD6UntIECAAAECBAgQaENAngQIECBAYCcCAjQ7YVYIAQIECBAgQGCegOUECBAgQIAAgaIQoLEXECBAgACBoQtoHwECBAgQIECAQOcFBGg630UqSIAAge4LqCEBAgQIECBAgAABApsJCNBs5mdrAgR2I6AUAgQIECBAgAABAgQIDFpAgGbQ3atxywtISYAAAQIECBAgQIAAAQIE9icgQLMre+UQIECAAAECBAgQIECAAAECwxdYs4UCNGvC2YwAAQIECBAgQIAAAQIECOxDQJnDFBCgGWa/ahUBAgQIECBAgAABAgTWFbAdAQJ7EBCg2QO6IgkQIECAAAECBAiMW0DrCRAgQKApIEDTFDFPgAABAgQIECDQfwEtIECAAAECPRMQoOlZh6kuAQIECBAg0A0BtSBAgAABAgQIbFNAgGabmvIiQIBgFKQVAAAQAElEQVQAAQLbE5ATAQIECBAgQIDAiAQEaEbU2ZpKgACBaQFzBAgQIECAAAECBAh0RUCApis9oR4EhiigTQQIECBAgAABAgQIECCwlIAAzVJMEnVVQL0IECBAgAABAgQIECBAgMAQBARoFveitQQIECBAgAABAgQIECBAgMDwBfbeQgGavXeBChAgQIAAAQIECBAgQIDA8AW0kMBiAQGaxT7WEiBAgAABAgQIECBAoB8CakmAQK8FBGh63X0qT4AAAQIECBAgQGB3AkoiQIAAgfYEBGjas5UzAQIECBAgQIDAagJSEyBAgACB0QoI0Iy26zWcAAECBAiMUUCbCRAgQIAAAQLdFBCg6Wa/qBUBAgQI9FVAvQkQIECAAAECBAisISBAswaaTQgQILBPAWUTIECAAAECBAgQIDA8AQGa4fWpFhHYVMD2BAgQIECAAAECBAgQILBjAQGaHYMrLgJeBAgQIEDgKIHrH1nykA1eRzad+n+TvFKXqczMECBAgAABAgTaFhhmgKZtNfkTIECAAAEC2xb40yMZXv3I67Frvo5sNvX/uvmkDqnLVGZmCBAgQIAAgY4KDKhaAjQD6kxNIUCAAAECPRd4agfq34U6dIBBFQgQIECgEvBOYFcCAjS7klYOAQIECBAgcJjAyUcSvP3Ia1//p+zUYV/lK5cAgXEKaDUBAgQmAgI0Ewb/ECBAgAABAh0R2OcIln2W3RF+1RimgFYRIECAQB8EBGj60EvqSIAAAQIExiOQESwZybLrFqfMlL3rcodRnlYQIECAAAECGwsI0GxMKAMCBAgQIEBgywJHjWTZcv6zsttHmbPqYRkBAgQIECAwUgEBmpF2vGYTIECAwJSAmW4JZCRLRrTsqlYpK2XuqjzlECBAgAABAgSOEhCgOYrEAgIECLQhIE8CBFYU2OWIll2WtSKD5AQIECBAgMBYBARoxtLT2jl8AS0kQIDAsAQyoiUjW9puVcpIWW2XI38CBAgQIECAwEIBAZqFPFbWBUwTIECAAIEdC+xiZMsuytgxm+IIECBAgACBPgp0KUDTRz91JkCAAAECBNoTyMiWjHBpq4TknTLayl++BAgQIECAwGwBS2cICNDMQLGIAAECBAgQ6IxAmyNc2sy7M4AqQoAAgXEKaDWB/gkI0PSvz9SYAAECBAiMSSAjXDLSZdttTp7Je9v5yo8AgbEIaCcBAgS2LCBAs2VQ2REgQIAAAQJbF2hjpEsbeW694TIct4DWEyBAgMC4BARoxtXfWkuAAAECBPookJEuGfGyrbonr+S5rfz6mo96EyBAgAABAh0SEKDpUGeoCgECBAgQGJbAVluzzREv28xrq42UGQECBAgQIDBeAQGa8fa9lhMgQKD/AlowJoGMeMnIl03bnDyS16b52J4AAQIECBAgsFUBAZqtcsqMAIGhCWgPAQKdEtjGyJdt5NEpFJUhQIAAAQIEhiEgQDOMftSK/gqoOQECBAgsL5CRLxkBs/wW0ymzbfKYXmqOAAECBAgQINABAQGaDnRCu1WQOwECBAgQGJTAJiNgNtl2UIgaQ4AAAQIECHRPYPMATffapEYECBAgQIDAcAUyAiYjYVZtYbbJtqtuJz0BAgQIECBQCXhvVUCAplVemRMgQIAAAQItCKwzEmadbVqouiwJECBAYJGAdQTGLCBAM+be13YCBAgQINBPgYyEyYiYZWuftNlm2fTSESAwXAEtI0CAQGcFBGg62zUqRoAAAQIECCwQWGVEzCppFxRpFYFlBKQhQIAAAQLrCQjQrOdmKwIECBAgQGC/AhkRk5Exh9UiaZL2sHT9Wa+mBAgQIECAwCAFBGgG2a0aRYAAAQIE1hfo0ZbLjIxZJk2PmqyqBAgQIECAwFAFBGiG2rPaRYAAge4KqBmBbQlkZExGyMzLL+uSZt56ywkQIECAAAECnREQoOlMV6gIAQLbE5ATAQIjElg0QmbRuhERaSoBAgQIECDQBwEBmj70kjouEvjBkZW7fxWFMhnYB+wD9oFu7AN/euTvwLz/s04/daOf9IN+sA/YB3a1D8z7m2A5gc4LCNB0tItUiwABAgQIECBAgAABAgQIEBi+QNVCAZpKwjsBAgQIECBAgAABAgQIEBiegBb1RECApicdpZoECBAgQIAAAQIECBDopoBaESCwDQEBmm0oyoMAAQIECBAgQIAAgfYE5EyAAIERCAjQjKCTNZEAAQIECBAgQGCxgLUECBAgQGDfAgI0++4B5RMgQIAAAQJjENBGAgQIECBAgMBCAQGahTxWEiBAgACBvgioJwECBAgQIECAQJ8FBGj63HvqfqjAD37wg8KLgX1gS/uA48nniX3APmAfsA/YB+wDe94HDr0AkIBAjwUEaHrceapOYGgC2kOAAAECBAgQIECAAIGxCgjQjLXnx9lurSZAgAABAgQIECBAgAABAp0UEKDZarfIjAABAgQIECBAgAABAgQIEBi+wPZbKECzfVM5EiBAgAABAgQIECBAgACBzQRsPToBAZrRdbkGEyBAgAABAgQIECBAoCgYECDQLQEBmm71h9oQIECAAAECBAgQGIqAdhAgQIDACgICNCtgSUqAAAECBAgQINAlAXUhQIAAAQLDERCgGU5fagkBAgQIECCwbQH5ESBAgAABAgR2JCBAsyNoxRAgQIAAgVkClhEgQIAAAQIECBCIgABNFLwIECAwXAEtI0CAAAECBAgQIECgBwICND3oJFUk0G0BtSNAgAABAgQIECBAgACBTQUEaDYVtH37AkogQIAAAQIECBAgQIAAAQIDFxCgKYpi4H2seQQIECBAgAABAgQIECBAgEBRFF1GEKDpcu+oGwECBAgQIECAAAECBAj0SUBdCawtIECzNp0NCRAgQIAAAQIECBAgsGsB5REgMFQBAZqh9qx2ESBAgAABAgQIEFhHwDYECBAgsBcBAZq9sCuUAAECBAgQIDBeAS0nQIAAAQIEjhYQoDnaxBICBAgQIECg3wJqT4AAAQIECBDonYAATe+6TIUJECBAYP8CakCAAAECBAgQIEBguwICNNv1lBsBAgS2IyAXAgQIECBAgAABAgRGJSBAM6ru1lgCZwmYIkCAAAECBAgQIECAAIHuCAjQdKcvhlYT7SFAgAABAgQIECBAgAABAgSWFOhxgGbJFkpGgAABAgQIECBAgAABAgQI9FhgHFUXoBlHP2slAQIECBAgQIAAAQIECMwTsJxABwQEaDrQCapAgAABAgQIECBAgMCwBbSOAAEChwkI0BwmZD0BAgQIECBAgACB7guoIQECBAj0XECApucdqPoECBAgQIAAgd0IKIUAAQIECBBoU0CApk1deRMgQIAAAQLLC0hJgAABAgQIEBixgADNiDtf0wkQIDA2Ae0lQIAAAQIECBAg0FUBAZqu9ox6ESDQRwF1JkCAAAECBAgQIECAwFoCAjRrsdmIwL4ElEuAAAECBAgQIECAAAECQxQQoBlir27SJtsSIECAAAECBAgQIECAAAECOxfYeYBm5y1UIAECBAgQIECAAAECBAgQILBzAQWuJiBAs5qX1AQIECBAgAABAgQIECDQDQG1IDAoAQGaQXWnxhAgQIAAAQIECBAgsD0BOREgQGB3AgI0u7NWEgECBAgQIECAAIFpAXMECBAgQOBMAQGaMyG8ESBAgAABAgSGKKBNBAgQIECAQD8EBGj60U9qSYAAAQIEuiqgXgQIECBAgAABAlsQEKDZAqIsCBAgQKBNAXkTIECAAAECBAgQGL6AAM3w+1gLCRA4TMB6AgQIECBAgAABAgQI7FlAgGbPHaD4cQhoJQECBAgQIECAAAECBAgQWCQgQLNIpz/r1JQAAQIECBAgQIAAAQIECBDoscCSAZoet1DVCRAgQIAAAQIECBAgQIAAgSUFJNuXgADNvuSVS4AAAQIECBAgQIAAgTEKaDMBAjMFBGhmslhIgAABAgQIECBAgEBfBdSbAAECfRQQoOljr6kzAQIECBAgQIDAPgWUTYAAAQIEti4gQLN1UhkSIECAAAECBDYVsD0BAgQIECAwNgEBmrH1uPYSIECAAIEIeBEgQIAAAQIECHRKQICmU92hMgQIEBiOgJYQIECAAAECBAgQILC8gADN8lZSEiDQLQG1IUCAAAECBAgQIECAwGAEBGgG05Uasn0BORIgQIAAAQIECBAgQIAAgd0ICNDsxnl2KZYSIECAAAECBAgQIECAAAECwxdYooUCNEsgSUKAAAECBAgQIECAAAECBLosoG79FxCg6X8fagEBAgQIECBAgAABAgTaFpA/AQItCwjQtAwsewIECBAgQIAAAQIElhGQhgABAuMWEKAZd/9rPQECBAgQIEBgPAJaSoAAAQIEOiwgQNPhzlE1AgQIECBAoF8CakuAAAECBAgQWFdAgGZdOdsRIECAAIHdCyiRAAECBAgQIEBgoAICNAPtWM0iQIDAegK2IkCAAAECBAgQIEBgHwICNPtQVyaBMQtoOwECBAgQIECAAAECBAgcJSBAcxSJBX0XUH8CBAgQIECAAAECBAgQINA3AQGa1XvMFgQIECBAgAABAgQIECBAgMDwBXbaQgGanXIrjAABAgQIECBAgAABAgQIVALeCZwlIEBzloUpAgQIECBAgAABAgQIDEtAawgQ6I2AAE1vukpFCRAgQIAAAQIECHRPQI0IECBAYDsCAjTbcZQLAQIECBAgQIBAOwJyJUCAAAECoxAQoBlFN2skAQIECBAgMF/AGgIECBAgQIDA/gUEaPbfB2pAgAABAkMX0D4CBAgQIECAAAEChwgI0BwCZDUBAgT6IKCOBAgQIECAAAECBAj0W0CApt/9p/YEdiWgHAIECBAgQIAAAQIECBBoUUCApkVcWa8iIC0BAgQIECBAgAABAgQIEBivwHgCNOPtYy0nQIAAAQIECBAgQIAAAQLjEehpSwVoetpxqk2AAAECBAgQIECAAAEC+xFQKoE2BARo2lCVJwECBAgQIECAAAECBNYXsCUBAiMUEKAZYadrMgECBAgQIECAwNgFtJ8AAQIEuiYgQNO1HlEfAgQIECBAgMAQBLSBAAECBAgQWElAgGYlLokJECBAgACBrgioBwECBAgQIEBgSAICNEPqTW0hQIAAgW0KyIsAAQIECBAgQIDAzgQEaHZGrSACBAg0BcwTIECAAAECBAgQIEDgDAEBmjMc/EtgmAJaRYAAAQIECBAgQIAAAQK9EBCg6UU3dbeSakaAAAECBAgQIECAAAECBAhsLtD1AM3mLZQDAQIECBAgQIAAAQIECBAg0HWB0ddPgGb0uwAAAgQIECBAgAABAgQIjEFAGwl0W0CAptv9o3YECBAgQIAAAQIECPRFQD0JECCwgYAAzQZ4NiVAgEAXBO5whzsUZVlu/Dr/+c9fHHfcccVd7nKX4jWveU3xj//4j11onjr0WCD70J/8yZ8U97jHPSb71rnOda6p/fRsw7J5jAAAEABJREFUZztbcbGLXaw48cQTi2c/+9nFl7/85R63VtW7LPDEJz5xat/L52aX67uobtYRIECAwHAFBGiG27daRoAAgZUE/uEf/qH43Oc+V7zgBS8obnWrWxXnPe95i/vc5z7F//2//3elfCTev8B3vvOd4qSTTiqe85zn7Lwyp59+evHud7+7uMpVrjLZh/7zf/7Pk3pk3/r2t789VZ9//dd/Lf72b/+2eOMb31jc8573LC5xiUsUl770pYtXvepVxfe+972ptGZ2JtCrgv7X//pfxf3ud7/ik5/8ZK/qrbIECBAgQGCWgADNLBXLCBAgQGAi8KxnPau46lWvWpx22mmTef90WyDBkQQ7LnvZyxa/+Zu/WSTotssaf/azn50EZq5znesUH/rQh+YUvXjxF77wheK2t71tcfzxxxcf/ehHFye2drQCCRw/+tGPLi51qUsVz33uc4vvf//7o7XQcAIECBAYjoAAzXD6UksIECAwEfihH/qh4id+4ieKi1/84ku//t2/+3eTbWf985nPfGZy21NuV5m1vnPLRlyhe93rXpPbhRLk2CVDAkPPeMYzigSGFgVVmvvmov0ubbja1a42ud3uBz/4wS6bo6yOC3z9618vrnSlKxWPeMQjjLTqeF+pHgECBAisJvBDqyWXmgABAgS6LnCNa1yj+Ou//uviS1/60tKvf/qnfypyW8wb3vCG4oQTTjiqie9617uKpz3taUctt6BbAunDXdcotyI9+MEPntxmkluWmuXf8IY3LN72trcV3/rWt4oEcnJLSrVvVvvd+973vuIWt7hFc9PJxfdtbnOb4nWve91R6ywYr0D2o3/5l38ZL4CWEyBAgMBgBQRoBtu1GtZjAVUnsBeBc57znMUv/dIvFR/5yEcm30w3K/G85z2vOPXUU5uLzY9YICNbErh7ylOecpTCzW52s+J//s//OQnOJEiTBwQflejIgux3CSrmwdR5SHCeWXNk8cH/Cfo89KEPLRLYOVhogsCKAgkiZn+tXi9+8YtXzEFyAgQIECDQvoAATfvGHSxBlQgQIDBf4OxnP3vxkIc8pLjlLW85lSgPc/3whz88tczMuAVOOeWU4mEPe9gUQm5jevrTnz65NemSl7zk1LrDZvKLTq997WuLu93tblNJMyIsv/KUi+upFWYIECBAgAABAgMSaCdAMyAgTSFAgMAYBRKkyUNmf/iHf3iq+R/4wAem5s2MVyC3JyU4893vfncK4fGPf/zkAcVnO9vZppYvO5N97/d+7/eKPGi4vs0LX/jC4otf/GJ9kWkCBAgQIECgCwLqsDUBAZqtUcqIAAECwxL4qZ/6qeLHf/zHpxrlQcFTHKOeefOb31y8973vnTK44x3vWPzWb/1WUZbl1PJVZ370R3+0yC0pGY1TbZsRXAKElYZ3AgQIjEtAawmMRUCAZiw9rZ0ECBDYg0Ae5pnbou55z3sWP/mTPzm5cC/LcvJ+/vOfv7juda9bvOxlLyu+/e1vL127v/u7v5vK61rXulaR0RzJILfApLw8WDb5l+UZZZ3jHOcornzlK69cVvJsvha1Kc9ZSTn5RaOvfe1rzU0Xzj/xiU+cuJTlGXX+kz/5k0n6/JxwghXnO9/5JuszMuXnfu7nijz3JQ/bTfvL8oxtXvKSl0y2qf75nd/5nck2ZXnG+jvc4Q7Vqo3e8zDiF73oRVN5XPCCFywe8IAHFBkBM7VizZmrX/3qxfWud72prd/0pjdNHjQ8tXDBzKK+yv6xzv6Xfa1unv06+2RVjf/9v//3pG/ysO3sd2V5hn3Ky7N40q95sHKVfp33lPH85z9/sk9nnyvLM8rIvvHTP/3TxX3ve9/is5/9bJHjYdn819n/Uo95+afsjHjKfhrnC1/4wlP7YlmWRZZlXdqyKK+U8d//+38v8qtfZVlOAsfZ97M8r//3//7f5FedyvIMh7IsizhnXfVqtm/VYyH1Sz1zfNfNy7KcfB4lOPn+979/8mDrqszD3rPfZP8pyzPqnf0q+1e1XZ7JlOcvpU/Tt2V5Rrq45TMuAcvs41V67xsJ2JgAAQKdEBCg6UQ3qAQBAgS6J5CL8ObtK8vWMhdn7373u4uf+ZmfmVxE5vkh9Quq5PMP//APRX4d6ld/9VeLBB+e9KQnTX5JKuvWef2f//N/ilvf+taT8l796lcXyb/KJxfECdxUZeUWmiyr1i/znguhP/qjPyoudalLTcqY1aYEmlLO/e53v+LHfuzHilvd6lYbPdz2E5/4RPHv//2/L2LzzW9+c1LNPDT3U5/61CQYcve7373I/GTFDv9Jvf7sz/5sqsTY/+zP/uzUsk1m/s2/+TfFzW9+88k+9LjHPW4ScHjFK15R5EL1sHz3sf9lf8p+ddGLXnTSN5/85CenLtazP77jHe8o8hDkBLMyAin1PKwt9fUJ1t3nPvcpsv1d73rXIvta9rnizP+yL3z+858vnvnMZxaXucxliv/4H//jxO3M1Su/pZ8X7X+/9mu/VvzzP//zVL5pU36V6wpXuEKRZxAlaJfj/O///u+n0mUmy7IubUmb0ra0Meu68srDqe90pzvNNU8989mWhw4nqPgTP/ETxStf+coZgcSkXO6VPs0tppe4xCWK7Pvp0/RttXXc8hl3tatdbXJ8fPSjH61WeSdAgACBngsI0PS8A1WfAAECbQnk29mvfvWrU9lf7nKXm5qfNZPAzv3vf//JM0S+8IUvzEpy1LJc3GaUyC/8wi+sFdBIcCY/05xfAjoq88aClPWgBz2o+JVf+ZVi2Vu2csGUi8gEIXIx1shy7mzqc/nLX75IsGpuojkr8gtICfDkW/Q5SYp8i16/DWheum0vT3ChHrzLs4pSl7Ist1pUHhacBwT/7u/+bnH88ccvFZzZx/6X/Sj7U/ar7F+HISQIcdOb3rR46lOfuvQol1yEJ1jyrGc9a3b2M5Zmm8te9rJFtkngZEaSuYuW2f8S8DznOc95kEfa/sAHPrC45jWvWSS4c7BiyYnU86pXvWpx2mmnLblFu8ly3Ob4fdGLXrR0QQmeZF/I50U+N5be8MyECQhlJM1JJ5105pLFb/mMTaDmda973eKE1hIgQIBALwQEaHrRTSpJgACB3QrkAunRj370VKH/9t/+28mF19TCxkwu0HJ7RX56ubFqcntCHvyai+473/nOk2/4m2k+9rGPFde+9rVXukDLN/j3u9/9ivqIjgQtfvEXf3Hya0AJcpz3vOdtFlXk14JyMZk6H7WytiAX3/n58VkXabmdp2pTRhPkdoXappPJb3zjG0VubVn1Aiq/pPU3f/M3kzzq7Um7Mn/cccdNrG5yk5tM2hnXY445ZpK++ueKV7ziwbqsTwCsWrfqe5U+t2DkVo5qPu8nnHDCzP7Mul2+0pe73v8SEMr+l/2pamv65+d//ucn9vP29aR9+MMfXnz84x/P5MLXRz7ykeL6179+MStYl2dFZd9L/2Y/zW1A9cwy8iIjUzK6Z5UgzTL7X/bFqqzkneM+tzRVy6r31CmjeVLHvFLf1LtaX3//zGc+UzzmMY8pvv/979cXFxe4wAWKBD2yfQIguX2sSlCWZXHiiSdOvLM+r4tf/OLV6rXe//iP/3hyi12O32YGOc7ThpST4z+fA800+bxI0DifH8118+ZT1u1vf/sin4NVmuSdMlJWykzZ1brqPft9Atyz9o8qjXcCBAgQ6IeAAE0/+kktCRAgsDOBPDciFxZVcKAqOLdmLBpBU12gPfe5z602mbznQuxP//RPJ6NV3vnOdxbPec5zijzL4dOf/nSRC5Jf//VfT7qDV8rNxUgCAQcLF0zkNo/Xv/71Bynufe97T25vyrffKSu3AqSct73tbZPbFA4SHplIXXM7yJHJmf/nIjHPccltGPUEuR0jF3C5OK/alFscYpeLpJvd7Gb15JNbXe5yl7sUf/EXfzG1fNFM9e37la50pSLfklftyXtGYKT83AKRIFPamVczAHPLW95y4p11eaUOi8pcZl1utcotF/W0Gdlx3vOet75o59P72v8yYiK3LqXBuZjOr1ilf7Jfxrza17Nf5EI76apXnp2SX6dK3atlzfcES3PRHvf6uuzn2a/TF9n3UtYb3vCGyXGW460ZoPgv/+W/HPVclnp+zell9r+LXOQiB5sl0PSoRz3qYD4TqUPqkiDFhz70oYN9MfVNvbM8gYWkrb+yb2fkVH3ZMcccU+TZTmnnk5/85CK3EFbrcztcntWSddXrhBNOqFav/J7jNMGgBLfqG9/2trctvvKVrxQ5ztOGlJXjP58Duf3uPOc5Tz158fa3v73I50c+R6ZWzJlJcCrP2snq5FU9nytlpKyUmbJz+9xxRwK0SVe94vnGN76xmvVOgAABAj0VEKDpacepNgECqwpIP08g377mF3LyUM3cwpOASv0b3GyXh1Q+4QlPKHIrS+ZnvWZdoOUb9nz7n4e9znp2SL4V//3f//0iF6kZdVDle/LJJxe52Kzml3nP9sknAZdc3NS3SdkZxfLBD36wSFvq6/Kt/6mnnlpfdDCdUTm5MDpYcGQiAZNcwP3yL//yzFtuLnaxixW5wMwtCqnTkU0m/+cCOyMmcjE3WbDEP3neTW6TOubIxWk9eUYkbPN5L/W8D5vOg01zS1k9XS4Wy7KsL9r59L73vwSo3vOe9xS5IE//NAGq/aIZpMntYrnob6bPfC7sM5okQcvM55V96lWvetXkOTM5frKs/sq+nuMtx901rnGNg1UJNjz2sY8t8rDbg4WHTCy7/yXAlGMvAacqyzyLJ8HE1CV1qpbX33OcJqCVbevLc6wkCFFftqvpHJ85TlOHqsyY53h++ctfXqRd1fLqPe1L8CYBlnw+VMvzns+PfI5ketlXPqMSqLnd7W4386HbeUh4gj9JV88zo7iWDWzXtzNNgAABAt0REKDpTl+oSd8F1J9ARwTe+973Fuc+97mP+sWUsixnLsutArl4zAiZPAQ3F3L1pmS0SL4dnjW0vko36wItFw+58Mqv11TpZr2XZVnkF1XynJH6+jyPIt+w15ctms7FZ/Ipy3Jusktf+tLFS1/60iK3a1WJEpx6y1veUs0evOfi+AUveMHUQ3hzcZYHgMbrIOGMibIsi3vd615Fs01vfetbi1NOOWXGFrMX5RkfzeDM7JS7W5rnEuUitl7ivoJFVR26sP8l0JDnp1R1mvX+oz/6o5MHCJflWfvo17/+9cmojFnpM4okwb76upST2/bK8qw86uur6Ywwyf6bfbZalmfSJPhZzR/2vuz+l6BPMwiRfT/H22FllGVZ5NasZmAjI4cO27aN9Xl2Tkb91PNOW3I8l+Vi83wu5POhbp7P0wSNm8dMPf/6dIJBCVofZpfP4zxIuL5tRtHUA0v1daYJECBAoB8CAjT96KdJLf1DgACBXQvkG/hc1DUvnpr1yLD75oiXfAudi4hm2lnzZVkWeVZHfgGlWp8RACm7ml/0ftxxx8iYUxYAABAASURBVE22L8vFF1DJI89lybfdma5es755zqiFWRdqh104VXmWZVnkNpTUrVqWi7UEuxJQqJbNe89opete97rzVu9teW7f2Vvhcwre9/6X/TwP/Z1TvanFxx57bFG/NSgX7gl6TSU6cyb7Zf2C+z/8h/9Q5Da1sjx8P08W2VfzS1+Zrl4JUOa5TdX8vPdV9r8EFXJMJdCSYzgeN77xjedlfdTy/IpbM8j3uc997qh0u1iQAEv9Adg5fnMcl+Xy5gno1OuakUSf/exn64vmTucz9ypXucrc9fUVuY0r/VQtyy+Ffe1rX6tmvRMgQIBADwXqAZoeVl+VCRAgQGDbAnmORm51yjMjMhrnmMbtNbPK+9SnPlVkJEq1Lhdoub2pml/mPc+ruPKVr3yQNEGM5rfyBysbE6lv/aK3sXpqNhc0zV8cSv3zjJB6wtwyU7+VJyMSVrnoTF6pU26FynT1SuApIw6q+Xnv2XYZ+3nbt7U8vzKzad65fSO3AZVlOXNUV1nOX55b8Zrlp//2uf8lgJn+atZr1nyCERlpMWtdfVluVcktU/VlN7/5zScPy60vO2w6Qb7s81W67Nfzbqmq0uQ97Vl2/8souTwDJkHa7B8JmOX2qOTTp1cCHLkNsl7nHL+xqC87bDqfE/m8qNLl1q/mbaPVuuZ7fpHpXOc6V3PxzPkf//EfP+q5WjMTWkiAAIHZApZ2UECApoOdokoECBDYRCDfZudb7AQ8mq8sz/pm/mV5xi05ubDKN/p5xkV+daUsy2bSmfN5IGp9Rb65zzM56ssOm85F5BWucIWpZLnd4LBv+7NdLkKnNjxkJt+K5+KmSpZATNpezee9GRxK3erbJM0yrwSqyvIsx5SzzO0b6xguU59N06zar5uWt8z2+9z/Ur/sG9kPM33YKwHQBKcOS5dbn5qjSPLskcO2a65PkKUeYMgIi/yEdjNdc76r+1+zntuc/9KXvlTUzcuyLHL8rlpGPieyT9S3+8AHPlCfnTudEX5zVzZW5OHIuUW1sdgsgQ4JqAoBAqsKCNCsKiY9AQIEOi6QIfJ5dkUuNpqvfLud4fv5meTcLlE1JaNV8tyDPNMgv0pTLV/mPc9qqV/UZJv86tBv/dZvFbm9YpXX6173umx+8MpFagJGBwtmTOTiMxehM1bNXZQgQy5A6wn+8i//8mA2QaE8DPdgwZGJPDz5nOc855Gp1f7PSILUsdoq36YvM4Ihz/5Zp7yqnLbec/HZVt7r5Lvv/S91bqOfso/kV5qSf15lWU5+BWmV4ylp8ytJ9WM6x3qCNMlz0avt/S/1SBvzS0U3uMENirwvqs8u1sUpI5eqsjLaKUHtan7Z9+wPuf2onj5B2Xre9XX16QRd6vOmDxGwmgABAgMTEKAZWIdqDgECBA4TyC+O5GGmCdLc//73n0r+pje9qcgQ+7/6q7+aWr5oJsGM+oVk0maUSH7CetVXbn3J9tUrAZrkX83Per/kJS9Z5OGrs9bNW5YLqFyA1tfXn62Si/7qZ4arNOtcqGXbXHCt8y13RlksOyoj5ezqlfaU5VkjglJunteT9328sn/sc/9Lm/NA7Lxv85XbbbIfVnkmoJFbiFY9pvLMowRlq3zynkBt3he9trX/JSiR/SN1f9KTnlTkdsTcApmRfDmm8iDiPOspz2daVJ9drEswOM5VWbnVKMHcan6V9/xC1SrpkzYPL7/whS+cSS8CBAgQGKmAAM1IO16zCRAgkFst8oswd7vb3aYwcvtDHvaZb3ynVnR0JgGnspwOGBxW1QQ+cgFaT7fMRWs9/SbTyz4wdJMy2to2F9UZWVDPPwG5+vxh07mNIwGwXAwveuW5HbloPSy/Hq8fXNXTn9m/73SnOxUJcOQX5fJg5Jvd7GZFRvPkl+Iysm9wDT+kQaeeemrxrW9965BUVhMgQIDA2AUEaMa+B2g/AQKjFqiCNPXbnQKSb7zzazGr/Mx1tvNaTmCZh8Qul9Nhqba/Pg8/zW1b9Zxze1hGStSXmR6fQIKceZDxZS5zmeJFL3pRkSDcMgoZpbLOiJNl8u5KmoyMyci9rtRHPQgQIECgmwICNN3sF7UiQIDAzgQucIELFCeddFLRHKnwrne9q3j2s59d5BvxuZWZs+IJT3jCZLtsu8kro3guetGLzill/cWzbov52Z/92fUzXHHLPl+MZvTMVa5ylakWf/KTnyxWHUUzlcGWZ7q+/63T3Etc4hJFntmyyfFUbZuRLOvUYdE2eaB3bp18/etfvyhZkf0nDyB/4AMfWLz1rW8tcntabuc68cQTF27X95UZsZeAeN/bof4ECBAg0K6AAE27vnInQGBDAZvvRuDnf/7ni4c+9KFHFfaoRz2q+MhHPnLU8vqCsiyL3DJUX5YROPX5Nqe//OUvL/1NfVWP733ve0X9mTNZnm/x855X2pMLqkxXr7/927+tJld6/+Y3v1k0R5ck/5Uy6VjiG9/4xkVZnnVbWdr42te+di+1LMv97n9tNbq5jySIkWcytVXeJvlmpF0eMJ5jsZ7PhS50oeJBD3pQkV9ESyAmz5nJL6Z96EMfKvI8mhvd6EZFAsT1bfY53Xy+Uo7b7Nvr1Kn5eZH+LMuzjpl18rQNAQIECAxfQIBm+H2shYsFrCVA4IhAWZaTX1xq3uqUXxx62MMedlSA4cgmB/8nkNH8FaXPf/7zC7c52HgLE7mAykXfKlnl11pSx2qbsiyL/EpTNZ9bEerzWZ7naix7y0bSV6+MLKnXL8/k6NovIVV1XfY9I2gS1Kunf+lLX7qXUTT73v/qBtuczj6SfaXKM88vyYiyar5L729729uKP//zP5+q0j3ucY8i9X3iE59YXOta15oEYsqy2wGK5vOVctzm+J1q2BIz+ZzI50U9aT4js6/Wl5kmQIAAAQJNAQGapsjW52VIgACBfgjkm+zHPe5xRX5dpV7jk08+uXjZy15WX3TUdDOws84tL7n94t73vndx/vOfvzjhhBOKPAPn1a9+dVH/JZujCj6yIBdRKe/I5NL/f/rTny6++tWvHqTP7SPHH3/8wXwmchtG3qvXZz7zmeJrX/taNbv0+ymnnDKV9uIXv3iRC8GphT2bya9m3fGOd5yqdR4u/V//638tMjppasUOZva5/7XVvOwj2Vfq+efXjnKc1JcdNp19PbcJ5rlHuY0oI1q2+ZDeHJ/N0VPpj3yWZETKYfXL+gSfsv9kep+vWc9Xah6/y9QvnxP5vKinjUl93jQBAgQIDFVgs3YJ0GzmZ2sCBAgMSuAXf/EXJyNpmo36vd/7vYWjI652tasV5z3veQ82y6iWBFdWuZj8whe+ULzuda8rcitHAi4veMELive///1H3T51UEht4o1vfOOhgZwqeS4oX/nKV1azk/eMCLnIRS4yma7+ucIVrjAJFlXzCei85jWvqWaXes8tH/nVmnrijDxJMKy+rI/Tt73tbYtrXOMaU1V/7nOfWzztaU+bPH9oakXLM/ve/9poXvaRHI/1vHN85DipL1s0neMvx2H23dxyk+Pk+c9//sq3BC4qI8GVjJSpp7nyla88GTFTX7ZoOtsnkLQozS7W5fk4+Syol5XjN8dxfdlh0/mciHmVLs/3utKVrlTNeidAgMBmArYetIAAzaC7V+MIECCwmkCek3D/+9+/yDfu9S3z7XZuVUhwo768ms7tQFe/+tWr2cn7s571rOKjH/3oZPqwf5LvU57ylOLv/u7vDpJmJM8v//IvH8wvmshFVJ5zsShNtS7pkr6aL8uyuMMd7nBUIOinf/qni+tf//pVssn7M57xjKJ+a9Rk4Zx/cnH8nOc8Zyp9WZbFrW9966nnt8zZvPOLM4rmyU9+8lRgLpXOA2gzemLTkTT5RaDkk9vsku+i1773v0V1W3ddWZbFL/3SL02NaMvxkWe3LGubB/fmOKzX4Rd+4ReKS17ykvVFG02ffvrpRbOPmvOLCkhbHv3oRxcJ6i5Kt6t1CTye4xznOCgux3uO4xzPBwsXTCR9PifqSRLI3OVDyOtlmyawjoBtCBDYn4AAzf7slUyAAIFOClz60pcuHv7whx9Vt4xo+eAHP3jU8izIrQx5SGiCKpnPKxdcudj5q7/6q8zOfeXC54//+I+LXATVE+VBtM3bjOrr69N5+Og973nP4rCycsGaW6eSvto+F6zN4FLWJVh15zvf+agL5BNPPHHybI2kmfdKm37/93+/yC0/9TTXve51i1ll1dNsc7r5IORt5p28Mhromc985pRRlue5RRnV8uEPf3jl0TQZrXCve92r+Mmf/MnisF8ESll57Xv/Sx3aeGVfyXFQzzujlBK4SmCjvrw5nVv/EmzNcVity/H5G7/xG0WesVQt2/Q99s2AboKgyzy75Tvf+U5xn/vcp8iIk2Y9ErTNcdRcPmv+u9/9bpG8Zq1bdVlur2wGZh/72McWT33qUw/dlxNUzGdeAmlVuZV5nKpl3gsEBAgQIDBHQIBmDozFBAgQGLNALjLyrW/dIBdBD3nIQ4r8Ykt9eTWd2zHufve7V7OT94y8ydD+3FYx6wIqAYQEdm5zm9sU9aBJbpfKRf4qFzUpK7dW5PalfKs/qcCZ/2T+Fa94RZGgQQIAZy4u8k35Yx7zmOJc5zpXtWjqfVab8myJn/u5nytmlZONc3F2u9vdbnLh2WxTLvTmlZVtN31lVEs9j1z45hv9+rJtT9/+9rcvMmIgF6L1vDN6Kv2RkUjPfvazD34iup4m0+mbXNhmH7n85S9f5HlA/+2//bep/SHp8srF/LWvfe1MHvWa1VfZJ3a1/x1VoS0syP6f0SU5HurZ5dfVEij83Oc+V188mU5Q493vfneR4FkCJZOFZ/6T4OS1rnWtM+e285YH3yaQVM8t7je72c2K5oNyqzQJLr3hDW8oLnvZyxbZN6rl9ffckpWH7daXVdP5uer6cZRgzote9KJakKZKufr7PPMHPOABxc1vfvMi+2oz1+zDuf0s++/HPvaxqdUxz69VTS00Q4AAAQIE5ggI0MyBsZgAAQJjFsiFfgIkzYvu/FJLAhOzbDLi5AlPeEJxnetcZ2p1bne4613vOgmCZERMgjh55aGZKad5C0bKzMiTXGBOZbRgpizLydoEfH7lV36lSL65gE05ec9FV4Imqcsk4Zn/JDjTvLg8c9XkbV6bqnKSb0bFpJzcJnXMMccU+fWdplHa9LznPW9y0TzJuKV/LnOZy0zlnJ87T4AkdUrg4453vGPxz//8z1NpNp0py7LIiJc83+Q85znPUdnlmSkZ3ZSH3sahqkvqkwdCxzgPw80+khFOR2VwZEFuYXrXu941CQQlIHBk0VH/J5+d7X9Hld7eglz0Z9+JXb2Ut771rcVxxx1X5NlJuW0u+2DeY5pjMO719DmeEthJcKO+fBvTCdI1R9GkL7M/pt9Tr9QvwYoENzOCJwGceh0zcq8szziOU6cEPRJsynTzleBMjrX68gT4ctxnv8orvyp0FLriAAAQAElEQVRWX7/K9DzzjOjKvpqyc7ynTTn+8zmQ4M03vvGNqWLSD3l+VxvmUwWZIUCAAIHBCAjQDKYrNYQAAQLbFZg1IiEl5Bv9eaMycoGU25VucYtbJOnUK6NJPvKRjxS5RSOv5jfNSZyL0IzGyAV95pd55QGcCfJc8IIXPEieb94TMEg5ec839gcrj0yknJNOOql44AMfeOjzYKo25SLzyKZT/yffBA5Szkte8pKZtz4laPHmN7958u371MYLZtZdlWBT3aHKJ6N6MnIoo39mjWSq0q37XpZl8Z/+038qUkZ+iWtRPlVdkjYPhF6UNhfaechtRopk5ExZnnUBP2u7qq92uf/Nqse2l+Xi/01velORfb2Z99e//vUiz1TKPpj3+i1NVdqMIspx2QyiVOs3fU9wJcfgrEDEV77ylYP65TbJT33qU1Ojo7JNjvn0cwIvVV1OPfXUuaP1EuC56U1vWiU9eM/xmP0qr7/+678+WL7ORMxz3Ob4bW5/2mmnFTneY57jP+U20+TzIubZJ5vrzBMgQIAAgXkCAjTzZCwnQIDAcAWWallGJOQZFs2Lulxg54G+ua1gVka5IHnVq15V5JaiC13oQrOSzFyWETW5eMsFflkuvhBvZpCRObmlpvkLLM10mV+nnLTp5S9/+cptSqApowR2dYtDHkSab+wTgEpbm6/cnnFYUKS5zSrzuZhN4OtLX/pS8du//dtFRhassn2V9oY3vOHkF7xyq8ytbnWr4mxnO1u16tD39NWu979DK7WFBDe5yU2KBKpuectbLp1bgh95uPf73ve+4mIXu9jS262TMA/0Pvnkk4uMdlp2+4zoSh/nNscE4zI6pdo2tzh9/OMfr2aPev/VX/3VIiN3jlpx5oJYzfuMOjPJoW85bhPUXMU87U9gJ6Posi8eWogEBAgQIECgJiBAU8MwSYDAtgTkMxSBfDM+64HBeaBv8/kW9TbngjrPsclF1imnnDL5laTcFlAPHOTi8Wd+5meKBz3oQZMLzzxQNgGGej6rTCf/3IKVi6Mb3OAGRfKvts9tNfe4xz2KjNpZt5x6m97xjndM2pSLyqqMvJ/vfOeb3OKVW1Jyu8Mf/MEfFLNGtCRtG6+yLItc9CbQlW/wU596OalTRjTUl7UxnQvtBPG+9a1vTZ5Dkn0ot3s0g30pO0G8BNgymikX+Bnh87a3va246lWvulJgJnlVr3pf7Wr/q8pu8z1BloyS+epXv1o8/elPL+LW7ON4Zv9PugTjcnytGyhbtS3XvOY1Jw/qzmifjEBJXep5pK7ZD6rj44UvfOFB4OgCF7hAkVF79fQve9nLilmjU5Imt7rluTOvfe1rJw714z3rM8ol+1+mN3lV5gk65lfLYp6yqzzzmZbPyQSZPvShD00+yxJMK8uySuKdAAECBAgsLSBAszSVhJ0SUBkCBA4EXvziF09+XSTPa8jrPe95z+R5LwcJNpzIKJDkW3/l+RDXu971Ds05F015MG8upHLLQrar8slDh3MbQr7hP/bYYw+91ejQwo4kyIV5Lo7e/va3F8m/KiuBoj/8wz8srnjFK25cTtqUX3lJm3IRWJWR9/xyzjvf+c4iz9rIBeeRKi39/4Mf/OCpfky/Lr1xI2ECXRlFkvqkXtUrF7u5DaqRvLXZ9Mfxxx9f5NkncUlwqKpL9Z5bdHJh+6QnPanI8zxy+8q2KpS+2vb+l9twcoxV9c/7rNtt5rVh0+2Tb547c9/73reIW7OP45n9P6M+6oGEbLfota39L+bxSOAkdYlP9Updsx/MOj7Ksixym1SVNu8JMiW/efXO/pVAUBzqx3u2zYi6BISqbTdtX4KOGVGYsv7pn/7p4FjNZ1qe9ZTbtBK8SZ2qMg97T8Cy/hmSWzPzGXXYdtX6Tbev8vFOgAABAt0REKCZ0xcWEyBAgAABAgQIECBAgAABAsMX6EoLBWi60hPqQYAAAQIECBAgQIAAAQJDFNAmAksJCNAsxSQRAQIECBAgQIAAAQIEuiqgXgQIDEFAgGYIvagNBAgQIECAAAECBNoUkDcBAgQItC4gQNM6sQIIECBAgAABAgQOE7CeAAECBAiMXUCAZux7gPYTIECAAIFxCGglAQIECBAgQKDTAgI0ne4elSNAgACB/gioKQECBAgQIECAAIH1BQRo1rezJQECBHYroDQCBAgQIECAAAECBAYrIEAz2K7VMAKrC9iCAAECBAgQIECAAAECBPYjIECzH/exlqrdBAgQ2Fjgohe9aHHaaacVP/jBDyavb3/728UVr3jFjfOVAQECBAgQIECAAIF9CgwsQLNPSmUTIECAAAECBAgQIECAAAECuxEYXikCNMPrUy0iQIAAAQIECBAgQIAAgU0FbE9gxwICNDsGVxwBAgQIECBAgAABAgQi4EWAAIG6gABNXcM0AQIECBAgQIAAgeEIaAkBAgQI9EhAgKZHnaWqBAgQIECAAIFuCagNAQIECBAgsC0BAZptScqHAAECBAgQ2L6AHAkQIECAAAECIxEQoBlJR2smAQIECMwWsJQAAQIECBAgQIBAFwQEaLrQC+pAgMCQBbSNAAECBAgQIECAAAEChwoI0BxKJAGBrguoHwECBAgQIECAAAECBAj0XUCApu89uIv6K4MAAQIECBAgQIAAAQIECBBoVaATAZpWWyhzAgQIECBAgAABAgQIECBAoBMCKjFfQIBmvo01BAgQIECAAAECBAgQINAvAbUl0FsBAZredp2KEyBAgAABAgQIECCwewElEiBAoB0BAZp2XOVKgAABAgQIECBAYD0BWxEgQIDAKAUEaEbZ7RpNgAABAgQIjFlA2wkQIECAAIHuCQjQdK9P1IgAAQIECPRdQP0JECBAgAABAgRWFBCgWRFMcgIECBDogoA6ECBAgAABAgQIEBiWgADNsPpTawgQ2JaAfAgQIECAAAECBAgQILBDAQGaHWIrikBdwDQBAgQIECBAgAABAgQIEKgEBGgqieG9axEBAgQIECBAgAABAgQIECDQE4ENAjQ9aaFqEiBAgAABAgQIECBAgAABAhsI2HQXAgI0u1BWBgECBAgQIECAAAECBAjMF7CGAIFCgMZOQIAAAQIECBAgQIDA4AU0kAABAl0XEKDpeg+pHwECBAgQIECAQB8E1JEAAQIECGwkIECzEZ+NCRAgQIAAAQK7ElAOAQIECBAgMGQBAZoh9662ESBAgACBVQSkJUCAAAECBAgQ2JuAAM3e6BVMgACB8QloMQECBAgQIECAAAECswUEaGa7WEqAQD8F1JoAAQIECBAgQIAAAQK9FBCg6WW3qfT+BJRMgAABAgQIECBAgAABAgS2LyBAs33TzXK0NQECBAgQIECAAAECBAgQIDB8gUYLBWgaIGYJECBAgAABAgQIECBAgMAQBLShXwICNP3qL7UlQIAAAQIECBAgQIBAVwTUgwCBLQoI0GwRU1YECBAgQIAAAQIECGxTQF4ECBAYj4AAzXj6WksJECBAgAABAgSaAuYJECBAgEBHBARoOtIRqkGAAAECBAgMU0CrCBAgQIAAAQLLCAjQLKMkDQECBAgQ6K6AmhEgQIAAAQIECAxAQIBmAJ2oCQQIEGhXQO4ECBAgQIAAAQIECLQtIEDTtrD8CRA4XEAKAgQIECBAgAABAgQIjFxAgGbkO8BYmq+dBAgQIECAAAECBAgQIECgywICNNvpHbkQIECAAAECBAgQIECAAAECwxdorYUCNK3RypgAAQIECBAgQIAAAQIECKwqIP1YBQRoxtrz2k2AAAECBAgQIECAwDgFtJoAgU4KCNB0sltUigABAgQIECBAgEB/BdScAAECBFYXEKBZ3cwWBAgQIECAAAEC+xVQOgECBAgQGJyAAM3gulSDCBAgQIAAgc0F5ECAAAECBAgQ2K2AAM1uvZVGgAABAgTOEPAvAQIECBAgQIAAgZqAAE0NwyQBAgSGJKAtBAgQIECAAAECBAj0R0CApj99paYEuiagPgQIECBAgAABAgQIECCwJQEBmi1ByqYNAXkSIECAAAECBAgQIECAAIFxCIw7QDOOPtZKAgQIECBAgAABAgQIECAwboEetF6ApgedpIoECBAgQIAAAQIECBAg0G0BtSOwqYAAzaaCtidAgAABAgQIECBAgED7AkogQGDgAgI0A+9gzSNAgAABAgQIECCwnIBUBAgQILBPAQGafeormwABAgQIECAwJgFtJUCAAAECBOYKCNDMpbGCAAECBAgQ6JuA+hIgQIAAAQIE+iogQNPXnlNvAgQIENiHgDIJECBAgAABAgQItCIgQNMKq0wJECCwroDtCBAgQIAAAQIECBAYo4AAzRh7XZvHLaD1BAgQIECAAAECBAgQINA5AQGaznVJ/yukBQQIECBAgAABAgQIECBAgMBqAn0M0KzWQqkJECBAgAABAgQIECBAgACBPgqMqs4CNKPqbo0lQIAAAQIECBAgQIAAgbMETBHojoAATXf6Qk0IECBAgAABAgQIEBiagPYQIEBgSQEBmiWhJCNAgAABAgQIECDQRQF1IkCAAIFhCAjQDKMftYIAAQIECBAg0JaAfAkQIECAAIEdCAjQ7ABZEQQIECBAgMAiAesIECBAgAABAgQEaOwDBAgQIDB8AS0kQIAAAQIECBAg0HEBAZqOd5DqESDQDwG1JECAAAECBAgQIECAwCYCAjSb6NmWwO4ElESAAAECBAgQIECAAAECAxYQoBlw567WNKkJECBAgAABAgQIECBAgACBfQnsLkCzrxYqlwABAgQIECBAgAABAgQIENidgJLWEhCgWYvNRgQIECBAgAABAgQIECCwLwHlEhiigADNEHtVmwgQIECAAAECBAgQ2ETAtgQIENi5gADNzskVSIAAAQIECBAgQIAAAQIECBCYFhCgmfYwR4AAAQIECBAYhoBWECBAgAABAr0SEKDpVXepLAECBAgQ6I6AmhAgQIAAAQIECGxPQIBme5ZyIkCAAIHtCsiNAAECBAgQIECAwGgEBGhG09UaSoDA0QKWECBAgAABAgQIECBAoBsCAjTd6Ae1aEmgLMuiLPf4UjZ/+4B9wD5gH7AP2AfsA/YB+8DW9oGWLhtkS6ATAgI0neiG9SthSwIECBAgQIAAAQIECBAgQKD/AocFaPrfQi0gQIAAAQIECBAgQIAAAQIEDhOwfs8CAjR77gDFEyBAgAABAgQIECBAYBwCWkmAwCIBAZpFOtYRIECAAAECBAgQINAfATUlQIBAjwUEaHrceapOgAABAgQIECCwWwGlESBAgACBtgQEaNqSlS8BAgQIECBAYHUBWxAgQIAAAQIjFRCgGWnHazYBAgQIjFVAuwkQIECAAAECBLooIEDTxV5Rp1UEyiOJvYqCAYPu7AP6Ql/sfh/4keLo//RD4W9DUTAoCgZFwaAoRmVQ+I9AXwUEaPrac+pNYMQCmk6AAIGGwNka82YJECBAgAABAr0TEKDpMdQhbwAAEABJREFUXZep8A4EFEGAAAEC/RIQoOlXf6ktAQIECBAgMENAgGYGSvuLlECAAAECBAhsUcD5zBYxZUWAAAECBAhsU2D5vJzQLG8lJQECBAgQINBNASNoutkvakWAAAECuxBQxmAEBGgG05UaQoAAAQIERivgfGa0Xa/hBAjsQkAZBAjsRsAJzW6clUKAAAECBAi0J2AETXu2ciawCwFlECBAgMARAQGaIwj+J0CAAAECBHot4Hym1923i8orgwABAgQIdF/ACU33+0gNCRAgQIAAgcUC+x9Bs7h+1hIgQIAAAQIEDhUQoDmUSAICBAgQILB/ATVYKOB8ZiGPlQQIECBAgEAfBJzQ9KGX1JEAAQLtCyiBQJ8FjKDpc++pOwECBAgQIDAREKCZMPiHAIH2BZRAgACB1gQEaFqjlTEBAgQIECCwKwEBml1JK6d9ASUQIECAwFgFnM+Mtee1mwABAgQIDEjACc0KnSkpAQIECBAg0EmB5giav+5kLVWKAAECBAgQ6I3APioqQLMPdWUSIECAAAEC2xRons/86zYzlxcBAgQIEGhBQJYEjhJontAclcACAgQIECBAgEDHBZojaE7veH1VjwABAjsQUAQBAn0TEKDpW4+pLwECBAgQINAUaJ7PGEHTFDJPoA0BeRIgQIDAVgWaJzRbzVxmBAgQIECAAIEdCBhBswPkfRShTAIECBAgMCYBAZox9ba2EiBAgACBYQo0z2eWHUEzTA2tIkCAAAECBHop0Dyh6WUjVJoAAQIECHRTQK12JGAEzY6gFUOAAAECBAi0JyBA056tnAkQINC+gBIIEIhAM0BjBE1UvAgQIECAAIFeCQjQ9Kq7VJbA7gWUSIAAgR4INM9n/IpTDzpNFQkQIECAAIFpgeYJzfRacwTaF1ACAQIECBDYVKA5gkaAZlNR2xMgQIAAAQI7FxhBgGbnpgokQIAAAQIEdivQPJ9xi9Nu/ZVGgAABAgQ6ItDvajRPaPrdGrUnQIAAAQIExihgBM0Ye12bCRAgsA8BZRJoUUCApkVcWRMgQIAAAQI7EWiezxhBsxN2hRAg0IaAPAkQGK9A84RmvBJaToAAAQIECPRVwAiavvaceu9DQJkECBAg0FEBAZqOdoxqESBAgAABAksLNM9njKBZmq6NhPIkQIAAAQIE1hFontCsk4dtCBAgQIAAAQK7Ezi6JCNojjaxhAABAgQIEOiZgABNzzpMdQkQIECgfQEl9E6gGaAxgqZ3XajCBAgQIECAgACNfYAAAQK7F1AiAQLbFWiez5y+3ezlRoAAAQIECBBoX6B5QtN+iUogQGAHAoogQIDAqASaI2gEaEbV/RpLgAABAgSGISBAM4x+3H0rlEiAAAECBLoj0DyfcYtTd/pGTQgQIECAAIElBZonNEtu1n4yJRAgQIAAAQIElhQwgmZJKMkIECBAgEAXBdTpDAEBmjMc/EuAAAECBAj0V6B5PmMETX/7Us0JECDQhoA8CfRCoHlC04tKqyQBAgQIECBAoCZgBE0NwyQBAvsQUCYBAgQ2FxCg2dxQDgQIECBAgMB+BZrnM0bQ7Lc/lN6GgDwJECBAYPACzROawTdYAwkQIECAAIHBCRhBs4UulQUBAgQIECCwXwEBmv36K50AAQIECIxFoM12CtC0qStvAgQIECBAYCcCAjQ7YVYIAQIECLQvoIQRCzTPZ9ziNOKdQdMJECBAgEBfBZonNH1th3oTIECgfQElECDQVQEjaLraM+pFgAABAgQILC0gQLM0lYQE2hdQAgECBAisJdA8nzGCZi1GGxEgQIAAAQL7FGie0OyzLspuX0AJBAgQIEBgiAJG0AyxV7WJAAECBAiMTGDLAZqR6WkuAQIECBAg0AWB5vmMETRd6BV1IECAAIGBC2jetgWaJzTbzl9+BAgQIECAAIG2BYygaVtY/gQIENiHgDIJjExAgGZkHa65BAgQIEBggALN8xkjaAbYyZpEoA0BeRIgQKBLAs0Tmi7VTV0IECBAgAABAssIGEGzjJI0+xBQJgECBAgQWFpAgGZpKgkJECBAgACBjgqMOEDT0R5RLQIECBAgQGBlAQGalclsQIAAAQIERiTQj6Y2z2fc4tSPflNLAgQIECBAoCbQPKGprTJJgAABAgTaF1ACgS0IGEGzBURZECBAgAABAvsVEKDZr7/SCRBoX0AJBAgMX6B5PmMEzfD7XAsJECBAgMDgBJonNINroAYRaF9ACQQIECCwZwEjaPbcAYonQIAAAQIENhcQoNncsP0clECAAAECBAgsEmiezxhBs0jLOgIECBAgQKCTApMTmk7WTKUIECBAgAABAssJGEGznJNUBAgQIECgQNBdAQGa7vaNmhEgQIAAAQLLCTQDNEbQLOcmFQECBNoQkCcBAmsKCNCsCWczAgQIECBAoDMCzfOZ0ztTMxUhQKAFAVkSIEBgmALNE5phtlKrCBAgQIAAgSELNEfQCNAMubd30TZlECBAgACBPQgI0OwBXZEECBAgQIDAVgWa5zOdv8Vpq62XGQECBAgQIDAIgeYJzSAapREECBAgQGDkAmNrvhE0Y+tx7SVAgAABAgMUEKAZYKdqEgECBNoXUAKBTgk0z2eMoOlU96gMAQIECBAgsIxA84RmmW2kIUCAQPsCSiBAgMDyAkbQLG8lJQECBAgQINBRAQGajnaMarUvoAQCBAgQGIxA83zGCJrBdK2GECBAgACB8Qg0T2jG0/L2W6oEAgQIECBAYDcCRtDsxlkpBAgQIECAwGyBrSwVoNkKo0wIECBAgACBPQo0AzRG0OyxMxRNgAABAm0IyHMMAgI0Y+hlbSRAgAABAsMWaJ7PnD7s5modAQIEWhCQJQECexdontDsvUIqQIAAAQIECBBYUaA5gkaAZkVAyQnsQkAZBAgQILBYQIBmsY+1BAgQIECAQPcFmuczbnHqfp+1UUN5EiBAgACBXgs0T2h63RiVJ0CAAAECBEYpsKMRNKO01WgCBAgQIEBgRwICNDuCVgwBAgQIEDhUQIJ1BZrnM0bQrCtpOwIECBAgQGBvAs0Tmr1VRMEECBAg0L6AEggMVMAImoF2rGYRIECAAIExCQjQjKm3tZVA+wJKIECAwD4EmuczRtDsoxeUSYAAAQIECGwk0Dyh2SgzGxNoX0AJBAgQIEDgKAEjaI4isYAAAQIECBDom4AATbPHzBMgQIAAAQJ9E2gGaIyg6VsPqi8BAgQIENiHQMfKFKDpWIeoDgECBAgQILCyQPN85vSVc7ABAQIECBBoQUCWBFYRaJ7QrLKttAQIECBAgACBLgg0R9AI0HShV9SBAIFdCCiDAIEBCQjQDKgzNYUAAQIECIxUoHk+4xanke4Imt2GgDwJECBAYFcCzROaXZWrHAIECBAgQIDAtgSMoNmW5D7yUSYBAgQIECAwERCgmTD4hwABAgQIEOixQPN8ZmoETY/bpeoECBAgQIDAiASaJzQjarqmEiBAgACBrQjIZP8CRtDsvw/UgAABAgQIENhQQIBmQ0CbEyBAoH0BJRAgcIhA83zGCJpDwKwmQIAAAQIEuifQPKHpXg3ViACB9gWUQIAAgX4LGEHT7/5TewIECBAgQOCIgADNEQT/ty+gBAIECBAg0KJAM0BjBE2L2LImQIAAAQIE2hEYSoCmHR25EiBAgAABAn0QaJ7PnN6HSqsjAQIECBAgsJbAYDdqntAMtqEaRoAAAQIECAxWoDmCRoBmsF2tYQQIENiFgDII7EdAgGY/7kolQIAAAQIEtifQPJ9xi9P2bOVEgEAbAvIkQIDADIHmCc2MJBYRIECAAAECBDotYARNp7tH5fYhoEwCBAgQ6J+AAE3/+kyNCRAgQIAAgWmB5vmMETTTPm3MyZMAAQIECBDYskDzhGbL2cuOAAECBAgQILCOwErbGEGzEpfEBAgQIECAQBcFBGi62CvqRIAAAQLtCyhhSALN8xkjaIbUu9pCgAABAgRGItA8oRlJszWTAAEC7QsogQCBnQkYQbMzagURIECAAAECbQkI0LQlK18C7QsogQABAgTOEGgGaIygOcPFvwQIECBAgECPBARoetRZu6+qEgkQIECAQC8Emuczp/ei1ipJgAABAgQIEKgJNE9oaqt2MKkIAgQIECBAgMDmAs0RNAI0m5vKgQABAgQIbFdAbocKCNAcSiQBAQIECBAg0HGB5vmMW5w63mGqR4AAgTYE5Emg7wLNE5q+t0f9CRAgQIAAgfEJGEEzvj7XYgL7EFAmAQIEWhUQoGmVV+YECBAgQIDADgSa5zNG0OwAXRFtCMiTAAECBMYs0DyhGbOFthMgQIAAAQL9FDCCZtl+k44AAQIECBDorIAATWe7RsUIECBAgED/BPZU4+b5jBE0e+oIxRIgQIAAAQLrCzRPaNbPyZYECBAgQKB9ASUQaArkXKasLUxw5ge1eZMECBAgQIAAgV4I5KSmFxVVSQIECOxGQCkECPRMoHl7UwI0PWuC6hIgQIAAAQIEikKAxl5AYNcCyiNAgACBbQo0z2VO32bm8iJAgAABAgQI7EqgeVKzq3KV06KArAkQIECAwIgEmiNoBGhG1PmaSoAAAQIEhiSwToBmSO3XFgIECBAgQKDfAs1zGbc49bs/1Z4AAQIEuiWgNjsUaJ7U7LBoRREgQIAAAQIENhYwgmZjQhkQIEBgnwLKJkCgEhCgqSS8EyBAgAABAn0UaJ7LGEHTx15UZwJtCsibAAECPRFontT0pNqqSYAAAQIECBCYCBhBM2Hwzz4FlE2AAAECBLYhIECzDUV5ECBAgAABAvsSaJ7LDHEEzb5slUuAAAECBAjsUKB5UrPDohVFgAABAgQIdEOg17UwgqbX3afyBAgQIECAQCUgQFNJeCdAgACB9gTkTKA9gWaAxgia9qzlTIAAAQIECLQoIEDTIq6sCRDYnYCSCBAYrUDzXOb00UpoOAECBAgQINBrgeZJTa8bo/IEWhSQNQECBAh0U6A5gkaAppv9pFYECBAgQIDAIQICNIcA7W61kggQIECAAIE1BJrnMm5xWgPRJgQIECBAgMAuBWaX1TypmZ3KUgIECBAgQIBANwWMoOlmv6gVAQIECOxTQNm9FBCg6WW3qTQBAgQIECBwpkDzXMYImjNhvBEgQKBNAXkTILB9geZJzfZLkCMBAgQIECBAoD0BI2jas5UzgX0KKJsAAQKjExCgGV2XazABAgQIEBiUQPNcxgiaQXVvm42RNwECBAgQ6JZA86SmW7VTGwIECBAgQIDAYoHujqBZXG9rCRAgQIAAAQJTAgI0UxxmCBAgQIBAfwTUdCLQDNAYQTNh8Q8BAgQIECDQNwEBmr71mPoSIEBgdwJKItAHgea5zOl9qLQ6EiBAgAABAgSaAs2TmuZ68wQIEGhRQNYECBDYWKA5gkaAZmNSGRAgQIAAAQL7EBCg2Ye6MncnoCQCBAgQGLpA81zGLU5D73HtI0CAAAECAwGq2AcAABAASURBVBVontQMtJntNUvOBAgQIECAwF4FjKDZK7/CCRAgQIDAeATabqkATdvC8idAgAABAgTaFGieyxhB06a2vAkQIECgTQF5j1ygeVIzcg7NJ0CAAAECBHomYARNzzpMdQkQ2KeAsgkQ6LKAAE2Xe0fdCBAgQIAAgcMEmucyRtAcJmY9gTYF5E2AAAECaws0T2rWzsiGBAgQIECAAIE9CBhBswf0fRapbAIECBAgMFQBAZqh9qx2ESBAgACBcQhsO0AzDjWtJECAAAECBDonIEDTuS5RIQIECBAYtoDWbVmgeS7jFqctA8uOAAECBAgQ2I1A86RmN6UqhQABAgTaE5AzgXEJGEEzrv7WWgIECBAgMFgBAZrBdq2GEWhPQM4ECBDokEDzXMYImg51jqoQIECAAAECyws0T2qW31JKAu0JyJkAAQIECCwrYATNslLSESBAgAABAp0WGGmAptN9onIECBAgQIDA8gLNcxkjaJa3k5IAAQIECIxAoD9NbJ7U9KfmakqAAAECBAgQKAojaOwFBAgQILBfAaUT2JKAAM2WIGVDgAABAgQI7EWgGaAxgmYv3aBQAgTaFJA3AQLjEBCgGUc/ayUBAgQIEBiqQPNc5vShNlS7CLQoIGsCBAgQ6IBA86SmA1VSBQIECBAgQIDA0gLNETQCNEvT7TKhsggQIECAAIHDBARoDhOyngABAgQIEOiywBnnMmfV0C1OZ1mYIkCAAAECBHok0Dyp6VHVVZUAAQIECOxOQEmdFTCCprNdo2IECBAgQIDAKgICNKtoSUuAAIH2BORMgMB6As1zGSNo1nO0FQECBAgQILBngeZJzZ6r8//Zuw9Y2ar6X+Br/v5tgHqtiKggdixRIdRoKKJEmhikJEiRB2KeogQUDSHAi/ICijyf+ERE/jSlKkQgohRRiooQQJQm8OhIL15Apdz//g3OODPnnnNmzuw9s8vHnH1nl7VX+axjPH6z9h7NEyBAgAABAgRGErCCZiQuhQkQIECAQFkE9GNQQEAzKOKYAAECBAgQqJLA4N8yVtBUafb0lQABAkUKqJtAxQQG/6ipWPd1lwABAgQIEGi4gBU0Df8FMHwC0xTQNgECBPIUENDkqakuAgQIECBAYNICgwGNFTSTngHtFSmgbgIECBBokICApkGTbagECBAgQKCGAoN/yzxTwzEWOCRVEyBAgAABAmURGPyjpiz90g8CBAgQIECgDgLFj2FwBY2ApnhzLRAgQIAAAQIFCAhoCkBVJQECBAhMTkBLjRcY/FvGI06N/5UAQIAAAQIEqikw+EdNNUeh1wQIEChOQM0ECJRbwAqacs+P3hEgQIAAAQJDCghohoRSjEBxAmomQIAAgTEEBv+WsYJmDEy3EiBAgAABAtMTGPyjZno90XJxAmomQIAAAQL1FbCCpr5za2QECBAgQKBRArkENI0SM1gCBAgQIECgTAKDf8tYQVOm2dEXAgQIEKidgAEVJzD4R01xLamZAAECBAgQIJC/gBU0+ZuqkQABAtMU0DaBxgoIaBo79QZOgAABAgRqITAY0FhBU4tpNQgCRQqomwABAuUUENCUc170igABAgQIEBhOYPBvmWeGu00pAgUKqJoAAQIECCxAYPCPmgVU4RYCBAgQIECAwNQEBlfQNCKgmZq2hgkQIECAAIHCBAQ0hdGqmAABAgQIVFagSh0f/FvGI05Vmj19JUCAAAECBLoCg3/UdC/YIUCAAAECxQmomUBuAlbQ5EapIgIECBAgQGCaAgKaaeprmwCB4gTUTIBAUwQG/5axgqYpM2+cBAgQIECgZgKDf9TUbHiGQ6A4ATUTIECAQCkErKApxTToBAECBAgQIDCugIBmXMHi7lczAQIECBAgML/A4N8yVtDMb6YEAQIECBAgUC6Bdm8G/6hpn/QPAQIECBAgQKAiAlbQVGSidJMAAQIEpimg7SoICGiqMEv6SIAAAQIECMwmsPPABStoBkAcEiBAYCICGiFAYGwBAc3YhCogQIAAAQIESiTwTIn6oisECOQooCoCBAjUXUBAU/cZNj4CBAgQINAsAQFNs+Y7z9GqiwABAgQITFVAQDNVfo0TIECAAAECmcAx2XZ0tv0g276fbf8v2w7Ptm9n22HZ9s1sOyTb/ne2fS3b/le27Z9t+2Xb4M/G2YnPZ9v/zLbds223bNsl2+JRqB2yz+2zbbts2zrbtsq2LbNti2zbNNs+lm0F/qiaAAECBAgQIDC7gIBmdhtXCBAgQIBAtQSq29vzsq5HgPI/ss8IVD6bfUbAskf2+cVs2yvbvpRtX8m2fbMtgpkDss8IarKPvp8IYf5vdiYCnu9lnxH4HJV9RgB0bPZ5fLb9ONtOzrZTs+2n2XZGtp2Zbfdnmx8CBAgQIECAwFQEBDRTYdcoAQIEqimg1wQKEjghq/eP2TbNnx9ljf8h2/wQIECAAAECBKYiIKCZCrtGCRCYRcBpAgSaK/B/pjz0b0y5fc0TIECAAAECDRcQ0DT8F6B5wzdiAgQIECipwH9l/bo+26bxE21fPY2GtUmAAAECBAgQ6AgIaDoSeX2qhwABAgQIEFiowLRW0Vg9s9AZcx8BAgQIEGiyQM5jF9DkDKo6AgQIECBAYMEC8ULfmxd898JujDavW9it7iJAgAABAsUKqL1ZAgKaZs230RIgQIAAgbILTHoVjdUzZf+N0D8CBIoUUDcBAiUSENCUaDJ0hQABAgQIEEjx9dh3TMjhO1k7k16xkzXph0CTBIyVAAECBIYVENAMK6UcAQIECBAgMCmBSa2i+eakBqSdAgVUTYAAAQIEaiIgoKnJRBoGAQIECBCokUAENH8teDyHZvXfnm3z/ihAgAABAgQIEJiEgIBmEsraIECAAAECswu4MlPg2exUhDTZRyE/T2e1Wj2TIfghQIAAAQIEyiMgoCnPXOgJAQIEChJQLYFKCnw76/VD2VbET4QzRa/QKaLf6iRAgAABAgRqLCCgqfHkGhqBiQloiAABAvkL/D2rsohVNE9k9frmpgzBDwECBAgQIFAuAQFNueZDb2YRcJoAAQIEGikQAc3fch55rJ4pamVOzl1VHQECBAgQINAkAQHNc7PtXwIECBAgQKB8AhHOREiTV88eySqyeiZD8EOAAAECBBosUNqhC2hKOzU6RoAAAQIECGQC8S6af2SfefzE6pnFeVSkDgIECBAgMLuAKwQWJiCgWZibuwgQIECAAIHJCDyYNZPHKpr7snqsnskQ/BAgUAMBQyBAoJYCAppaTqtBESBAgACBWglEQBNfvT3OoGL1zD/HqcC9BJokYKwECBAgMHkBAc3kzbVIgAABAgQIjCYQX4kdjzqNdte/S9+Z7Vo9kyGU6EdXCBAgQIAAgQEBAc0AiEMCBAgQIECglAKximaEjvUVjdUzfSccECBAgAABAgTKJiCgKduM6A8BAgQIVENALyctcHvW4OHZNurP/89uGGf1TXa7HwIECBAgQIBA8QICmuKNtUCAAIEFCbiJAIEZAgtZRePRphmMThAgQIAAAQJlFBDQlHFW9InAZAS0QoAAgaoJ3Jx1+MhsG/bnhqzg97LNDwECBAgQIECg9AICmtJPUZU7qO8ECBAgQCB3gVFW0Vg9kzu/CgkQIECAAIGiBKod0BSlol4CBAgQIECgrALXZR37r2yb7+earMAPs80PAQIECBAgUAeBBoxBQNOASTZEAgQIECBQM4FhXvrrm5tqNumGQ4AAgaIF1E9g2gICmmnPgPYJECBAgACBUQWuzm74UbbN9nNFduG4bPNDgACBMgnoCwECBOYUENDMyeMiAQIECBAgUFKBud5FY/VMSSdNt4oWUD8BAgQIVFlAQFPl2dN3AgTyFliSVWhLiQGDKvwO/CH77+tsPydmF6owhur10X83zFk+vwPZf0X9ECBAgMCggIBmUMQxAQIECBAgMDUBDRMgQIAAAQIEmiogoGnqzBs3AQIEmilg1AQIECBAgAABAgRKKSCgKeW06BQBAtUV0HMCBAgQIECAAAECBAiMLiCgGd3MHQSmK6B1AgQIECBAgAABAgQIEKidgICmdlM6/oDUQIAAAQIECBAgQIAAAQIECExWYBoBzWRHqDUCBAgQIECAAAECBAgQIEBgGgLaHEFAQDMClqIECBAgQIAAAQIECBAgUCYBfSFQHwEBTX3m0kgIEChYYMmSJcnGwO+A3wG/A34H/A7M/TtQ8P8cT756LRIgQGBCAgKaCUFrhgABAgQIECBAgMDSBJwjQIAAAQIhIKAJBRsBAgQIECBAoL4CRkaAAAECBAhUQEBAU4FJ0kUCBAgQIFBuAb0jQIAAAQIECBAYV0BAM66g+wkQIECgeAEtECBAgAABAgQIEKi5gICm5hNseAQIDCegFAECBAgQIECAAAECBKYpIKCZpr62myRgrAQIECBAgAABAgQIECBAYFYBAc2sNFW7oL8ECBAgQIAAAQIECBAgQIBAVQWGD2iqOkL9JkCAAAECBAgQIECAAAECBIYXUHIqAgKaqbBrlAABAgQIECBAgAABAs0VMHICBGYKCGhmmjhDgAABAgQIECBAgEC1BfSeAAEClRMQ0FRuynSYAAECBAgQIEBg+gJ6QIAAAQIE8hUQ0OTrqTYCBAgQIECAQD4CaiFAgAABAgQaJSCgadR0GywBAgQIEPi3gD0CBAgQIECAAIHyCAhoyjMXekKAAIG6CRgPAQIECBAgQIAAAQJDCghohoRSjACBMgroEwECBAgQIECAAAECBOohIKCpxzwaRVEC6iVAgAABAgQIECBAgAABAhMQENBMAHmuJlwjQIAAAQIECBAgQIAAAQIE6i8w3wgFNPMJuU6AAAECBAgQIECAAAECBMovoIcVFxDQVHwCdZ8AAQIECBAgQIAAAQKTEdAKAQJFCghoitRVNwECBAgQIECAAAECwwsoSYAAgQYLCGgaPPmGToAAAQIECBBomoDxEiBAgACBsgoIaMo6M/pFgAABAgQIVFFAnwkQIECAAAECCxIQ0CyIzU0ECBAgQGBaAtolQIAAAQIECBCoo4CApo6zakwECBAYR8C9BAgQIECAAAECBAhMXEBAM3FyDRIgQIAAAQIECBAgQIAAAQIE+gUENP0ejuohYBQECBAgQIAAAQIECBAgQKBSAgKaBU2XmwgQIECAAAECBAgQIECAAIH6C0xuhAKayVlriQABAgQIECBAgAABAgQI9As4IvAvAQHNvyB8ECBAgAABAgQIECBAoI4CxkSAQDUEBDTVmCe9JECAAAECBAgQIFBWAf0iQIAAgRwEBDQ5IKqCAAECBAgQIECgSAF1EyBAgACB+gsIaOo/x0ZIgAABAgQIzCfgOgECBAgQIEBgygICmilPgOYJECBAoBkCRkmAAAECBAgQIEBgLgEBzVw6rhEgQKA6AnpKgAABAgQIECBAgECFBQQ0FZ48XScwWQGtESBAgAABAgQIECBAgEDw9JvdAAAQAElEQVRRAgKaomTVO7qAOwgQIECAAAECBAgQIECAQEMFGhXQNHSODZsAAQIECBAgQIAAAQIECDRKoIqDFdBUcdb0mQABAgQIECBAgAABAgSmKaBtArkLCGhyJ1UhAQIECBAgQIAAAQIExhVwPwECTRMQ0DRtxo2XAAECBAgQIECAQAjYCBAgQKBUAgKaUk2HzhAgQIAAAQIE6iNgJAQIECBAgMDwAgKa4a2UJECAAAECBMoloDcECBAgQIAAgdoICGhqM5UGQoAAAQL5C6iRAAECBAgQIECAwGQEBDSTcdYKAQIEli7gLAECBAgQIECAAAECBDIBAU2G4IdAnQWMjQABAgQIECBAgAABAgTKLyCgKf8clb2H+keAAAECBAgQIECAAAECBAiMKVCBgGbMEbqdAAECBAgQIECAAAECBAgQqIBAs7sooGn2/Bs9AQIECBAgQIAAAQIEmiNgpARKLCCgKfHk6BoBAgQIECBAgAABAtUS0FsCBAgsVEBAs1A59xEgQIAAAQIECBCYvIAWCRAgQKCmAgKamk6sYREgQIAAAQIEFibgLgIECBAgQGAaAgKaaahrkwABAgQINFnA2AkQIECAAAECBGYICGhmkDhBgAABAlUX0H8CBAgQIECAAAECVRMQ0FRtxvSXAIEyCOgDAQIECBAgQIAAAQIEchUQ0OTKqTICeQmohwABAgQIECBAgAABAgSaJCCgadJs947VPgECBAgQIECAAAECBAgQIFAagcICmtKMUEcIECBAgAABAgQIECBAgACBwgRUnI+AgCYfR7UQIECAAAECBAgQIECAQDECaiXQCAEBTSOm2SAJECBAgAABAgQIEJhdwBUCBAhMX0BAM/050AMCBAgQIECAAIG6CxgfAQIECBCYR0BAMw+QywQIECBAgACBKgjoIwECBAgQIFBtAQFNtedP7wkQIECAwKQEtEOAAAECBAgQIFCggICmQFxVEyBAgMAoAsoSIECAAAECBAgQaK6AgKa5c2/kBJonYMQECBAgQIAAAQIECBAoqYCApqQTo1vVFNBrAgQIECBAgAABAgQIECCwEAEBzULUpnePlgkQIECAAAECBAgQIECAAIEaCgwENDUcoSERIECAAAECBAgQIECAAAECAwIOyyYgoCnbjOgPAQIECBAgQIAAAQIE6iBgDAQIjCQgoBmJS2ECBAgQIECAAAECBMoioB8ECBCok4CApk6zaSwECBAgQIAAAQJ5CqiLAAECBAhMTEBAMzFqDREgQIAAAQIEBgUcEyBAgAABAgSeExDQPOfgXwIECBAgUE8BoyJAgAABAgQIEKiEgICmEtOkkwQIECivgJ4RIECAAAECBAgQIDC+gIBmfEM1ECBQrIDaCRAgQIAAAQIECBAgUHsBAU3tp9gA5xdQggABAgQIECBAgAABAgQITFdAQDMJf20QIECAAAECBAgQIECAAAEC9RcYY4QCmjHw3EqAAAECBAgQIECAAAECBCYpoK36Cgho6ju3RkaAAAECBAgQIECAAIFRBZQnQGBKAgKaKcFrlgABAgQIECBAgEAzBYyaAAECBJYmIKBZmopzBAgQIECAAAEC1RXQcwIECBAgUEEBAU0FJ02XCRAgQIAAgekKaJ0AAQIECBAgkLeAgCZvUfURIECAAIHxBdRAgAABAgQIECDQMAEBTcMm3HAJECDwnIB/CRAgQIAAAQIECBAok4CApkyzoS8E6iRgLAQIECBAgAABAgQIECAwtICAZmgqBcsmoD8ECBCogsDixYvTeuutl1qtVmHbSiutlO65554qcMzax+h/jKPVes5p2WWXTVdcccWs5fO88PTTT6fttttuxvwccMABeTajLgIECBAgQIDAnAICmtl5XCFAgAABAgQaIHD99denc845Z8ZITz755HTvvffOOO8EAQIECBAgUDuBUgxIQFOKadAJAgQIECBAYFoCF154YXrkkUdmNB/Bza9+9asZ550gQIAAAQKjC7iDwPwCApr5jZQgQIAAAQIEairw6KOPphNOOKE7ular1d2PnWOOOSY9+eSTsWsjQIBAuQX0jgCBygsIaCo/hQZAgAABAlUT2GGHHdKSJUty22677ba0wgorVI2hFP295ppr+t51s9VWW6VVV12127dYQXPVVVd1j+0QaLKAsRMgQIBAsQICmmJ91U6AAAECBAiUVCBCspNOOinFS4I7Xdx8883TGmus0TlM//znP9MvfvGL7rGdQgVUToAAAQIEGi0goGn09Bs8AQIECBBokkD/WO+77750/vnnd08us8wy6Z3vfGfacsstu+dix8uCQ8FGgAABAgQIFC0goClaWP0ECBAg0BwBI62UQDy+FC8C7nQ6Hm1aZZVV0mqrrZZWWmmlzukUZaJs94QdAgQIECBAgEABAgKaAlBVSYAAgaIE1EuAQD4C8VjTaaed1lfZ2muvnV7+8pen173udWn99dfvu+ZlwX0cDggQIECAAIECBAQ0BaCqkkCFBXSdAIGaCRx88MGp1Wp1tzPPPLM7wqeeeirF8cYbb5xe8YpXdMu84AUvSO973/vSoYcemh588MFu+VF3ov5f/vKXadttt+2rf7nllmuf+/3vf99+UfKo9eZRPlbF9D7e1Gq1Urx/JuputVppm222aXvEcWyxgmYhLwuey/+xxx5rG7/3ve9Nz3ve89rttVqttOKKK6bdd989XXvttUP7LF68OK233nrdOmIF0D333BNdb2833HBDu86ou9V67vch2oy2x53ndgP+IUCAAAECBMYWENCMTaiC0QSUJkCAAIEyCPz6179uv28lQol4Ce7DDz/c7VYEK1dffXXae++906te9ar0pS99KT355JPd6/PtxMt3L7jggnb9H/3oR1O8w6W3/scff7x9bq211moHIQ899NB8VeZ+/eyzz06PPPJIt963v/3t6T3veU/3+P3vf3+Kc50T8bLgE088sXM41mf4nHXWWekNb3hD2zi+SerZZ5/t1nn33Xen73//++ld73pXWnPNNdONN97YvTbqTsxbzN873vGOdp1Rd6eOaDPa7szzHnvskWJuOtd9EiBAgAABApMVqF9AM1k/rREgQIAAgUoJRDhw+OGHpw022CDdfPPNQ/X9m9/8ZvrEJz6RHn300XnLR7jz9a9/PW244YZD1X/qqaemrbbaKk0ypIlxnH766X1j2WijjdLyyy/fPRf7ca57Its599xz07333pvtLfwn/E855ZS0xRZbpFhBM19Nf/jDH1KERREozVd28HqEM5///OdTzN/gtaUdf+c732mvwrnzzjuXdtk5AgQIECBQPoGa9UhAU7MJNRwCBAgQIDCXwI9//OP0hS98IcXqiU65eBxmhx12SLvuums7WHn+85/fudT9POecc9IRRxzRPV7aToQPhx12WNpvv/1mXI46I5SINuJz2WWX7ZaJx4ciSIhAoXuywJ0IPS677LJuC//5n/+Ztt566+5xZyfOxbXOcTwWFX3tHC/k85JLLkmf/vSn+/zjnTcd/9VXX31GtU888UTafvvtU2+fZxQaOPHMM8+0g5kf/vCHfVei/piDaC/a7buYHVx++eVpp512GiqMy4r7IUCAQO0FDJDAJAUENJPU1hYBAgQIEJiyQDxu1Aln4uukb7nllnTrrbemY489Nh155JHpvPPOa/+f8wMPPHBGT4855pg5V5BcfPHFM8KZCGaOOuqo9qMzZ5xxRruN+IxVLPF+mnjMJxqK4OP++++P3UK3CJGi/fjsNBTf2tT7eFPnfJyLa53j+AyDcYKkQw45JEXgEnW9+c1vbn/Nd6xY6fhHePTAAw+kCFCiTGeLx7F23HHHFGU75+b6vOuuu9L3vve9bpGY6zvuuCNF/THP0V7UdeWVV6Z4/KlbMNuJd/N85StfSfEi5ezQDwECxQqonQABAl0BAU2Xwg4BAgQIEGiOwEEHHZTi8aI3velNMwb94he/uB20xAtuey/GCpJ4sW/vuc5+hBYRPsS7WjrnFi1alC688MK0yy67pAhqOufjM15QG48QXXTRRemtb31rnJrIFu9gife/9DYW4cXLXvay3lPt/TgXL1BuH/zrnwiSFvKy4H/d3v344Ac/mCLQikfNWq1W93zsvPKVr0xHH310ijmK484W/hF2dY6H/dx///3b7/x5/etf33dLq9VK8TLoWNUz+K1V0X6EOX03OKiogG4TIECAQFUEBDRVmSn9JECAAIHaCBx33HHdb9tptVpj7ceqilFhNt100/TFL36x/c1Bs93barVS1D24uuJPf/rTUm+J0CJWxPRejHearLPOOr2nZuzH41XHH398WmaZZWZcK+JEBEK33XZbt+pFWYi0ySabdI8HdzbbbLO+vkUA9aMf/Sj1rsAZvGe+41VWWSXF78BrX/vaWYtGgBUv743HjXoLxQqoUd6DE/fvu+++MwKy3jrjG7wikIl+dc6PNM7OTT4JECBAgACBsQQENGPxuZkAAQIECFRPIN5BEqtk5ut5rOSIbxLqLRdf19x73NmPVSnxf+o7x/HtQxFudI7n+lxjjTXSzjvvPGuRvC78/e9/TxEG9dYX/YxHjXrP9e6vuuqqKVa79J6LR4Duu+++3lMj7e+5555p5ZVXnveeWHX0uc99ri8gilU0s61iGqxw0aJFaa+99poznOncE/3ZbbfdOoftz5jTWHHUPvAPAQIECBAgULiAgKZwYg0QIECAQMkFGtW9WLXx7ne/e6gxxwty3/72t89bdvHixSkek+ktGN/iFI8I9Z6bbb/VaqVtt902RXuzlcnj/E033ZQuvfTSvqri8aa5wqq4FmV6b4qQJB516j037P6KK66Y5lqxM1hPBGTrrbde3+l4T1DfiVkO4vGswRVQsxRtn958881TrKZpH2T/3H777em6667L9vwQIECAAAECkxAQ0ExCWRsECDRcwPAJlEfgLW95S3r1q189dIde+tKXzls2VpP0rqxptVpp/fXXn/e+3gLxHpo3vvGNvady3z/ttNNSvGy3U3GEVfEenM7xbJ9RJsr2Xl/oy4LXWmut1Hkxcm99s+2/6EUvSuuuu27f5Wuvvbb90uW+k0s5iEfZRgm94h01sWKoU1U8xvXHP/6xc+iTAAECBAgQKFhAQFMwsOoJTERAIwQIVEogvqEn/s9vHlt8G88og3/hC1+Y/uM/8v2f/wcffLD9zU+dfiy33HIjhUBxX9yztBcWx7U8tvjWqHPOOaevqliZMkwoFGWibO/NsYLmqquu6j011P4HPvCBkVcKxbdJ9Vb+l7/8JT322GO9p2bsx8qft73tbTPOz3XiJS95Sep9D02Uvfrqq+PDRoAAAQIECExAIN+/0CbQYU1MR0CrBAgQIFAPgXjEZtlll811MH/9619TfItTp9KXv/zl6TWveU3ncKjP6FP0bajCCygU30h02WWX9d25xRZbDBWWxCqUKNt7c7xvZyEvCx7lkaNOe+EZ0IxKxAAAEABJREFUfegcR9u93p3zvZ/xqNIKK6zQe2qo/VhF01vw8ccfT08//XTvKfsECBAgQIBAQQJlCWgKGp5qCRAgQIAAgaYLxEqlM844Y8Y3L2233XZDf4NWlB10jDpvvfXWwdNzHseLf+cssJSLsRrmBS94QfdKrJ55+OGHu8dL24lvgYptadfmOjf4SNsDDzyQ4uXKc93jGgECBAgQGFFA8VkEBDSzwDhNgAABAgQI1EPg1ltvTRGm5D2au+66Kw37jUp5t60+AgQIEJhLwDUC1RQQ0FRz3vSaAAECBAgQGFIgQpQIU4YsPlKxhb4seJRGYrVM7yNNr3rVq9LrXve6UaoYuuyg00orrZTi/UBDV6AggaYIGCcBAgQKEBDQFICqSgIECBAg0CSBCAuWWWaZ7pDjsZi77767ezzMTrznJN53MkzZUcpEsBEhSu898ZLkeN9NfJvSqNvgI0qjviw4XvDb25dh9uORpnhMq1M2ApPBfnSudT4j1Ilv1+ocD/MZbcQLn3vLDvtV6b332M9HQC0ECBAg0DwBAU3z5tyICRAgQIBArgLLL798ihfZdip94okn0uBKjM612T7/9re/pdtuu222yws+f/PNN894DOmzn/1suuOOO9Ltt98+8vatb32rry/xwt5RXhYcj1v1VTDEwRVXXNFXauWVV553VcvixYvT/fff33ffwMGMw0ceeSTdeOONfeff9a539R07IECAAAECBIoTENAUZ6tmAgQIECDQCIEIZwa/nei8884baey33HJLuvbaa0e6Z5jCp512WorgoVM2vg1p2223bb8cuHNulM8NN9wwxTck9d4T77cZNniJb5J69NFHe2+fcz+ClksuuaSvzIc+9KH0ohe9qO/c4EGshrn44osHT895PDgHsSpq9dVXn/MeFwkQIECAAIH8BAQ0+VmqiQABAgQmKaCt0ggsu+yyaaONNurrz89//vP2KpW+k3McnHnmmSlW3sxRZORL8ZjP2Wef3Xffaqutlt7znvf0nRvl4K1vfWv6yEc+0ndLrBa69NJL+87NdnDllVeOFERdc8016be//W23uvg2pwhouifm2DnnnHPSKGHQ4ByE01ve8pY5WnCJAAECBAgQyFNAQJOnproIEKiVgMEQIDC8wCabbJIWLVrUveGmm25KRx55ZIqVHN2Ts+x0ys5yecGn4+XAg48Hbbnllmmc96rECpwdd9xxxgqc448/PsX7bubrbDwSddBBBw1VNuqLsnFPp971118/ve997+sczvkZ4z/xxBPnLNO5+Oc//zl997vf7Ry2P7fffvuxrNqV+IcAAQIECBAYWkBAMzSVggRyF1AhAQIEaiMQ7yqJ4KJ3QBEuHHvssXOGNA899FDabbfd0j333NN769j7EQydddZZfW0vWrQoRZA0buVrrrlmipU4vfWM8rLg6NfBBx+cnnrqqd4q+vbj2n777ZeibOdCq9VqW734xS/unJr386tf/Wo677y5Hze7884700477ZTi5c6dCmPlzBZbbNE59EmAAAECBAhMQEBAMwHk6TWhZQIECBAgMBmBVquV9txzzxSPAHVafPbZZ9POO++c9thjjxTfRNQ5H58RoFx11VVp3XXXTRFuxLk8t3gnTLwbprfOddZZJ0Xw0HtuIfvxzp3BoCdWuYzysuADDzwwbbPNNinCkcE+xLmtttoqHXrooX2X4txmm23Wd26+g3j/zsc+9rF0yCGHzFi1E3NwwQUXpHC5/PLL+6raf//9U3zDVd9JBwQIECBAgEChAuMFNIV2TeUECBAgQKCeAscdd1z7EZlWq5Xb53rrrZfihbLTFFtppZXSCSec0PeoU/Tn8MMPb3/LU6w8idUyEUy89rWvTe9///vT9ddfn4r4T7wTJt4N01v3pz71qXlfrttbfq79CEtiRU5vmQiEIhjqPTe432q1uqdOP/30dgjy7ne/O+2yyy7tLV62HMHIz372s2652Ing6xvf+EZ6/vOfH4dDba3Wc23Fapx99tmn/bjShz/84fYqnJiDeNlxvPQ4vtGqt8Jdd921HR71nrNPgAABAgQSgsIFBDSFE2uAAAECBAg0R2CNNdZIp5566oyQJlbTxDcY/eAHP0innHJKuu+++/pQNt5441weP4pK490t8U6Y2O9sK664YoqAKOX0nwhSItzorS4CocGXEvdej/2tt9467b777rHb3eL9L0cffXSK7YYbbuie7+zENynFSpcIwDrnhvk87LDDUjx61ikbQc3555+fOnMQq2s61zqfe+21V/tdNKMEQZ17fRIgQGBcAfcTaLqAgKbpvwHGT4AAAQIEchaIVRrx7UPxQt5hqt57773TT3/60/TKV75ymOLzlomv677ooov6yn384x9PK6+8ct+5cQ7iZcGximawjnhnTAREg+c7xy984QtTrCj69re/Pe9qmAhJ4l01v/nNb9LrX//6ThVDf66yyiop7v3kJz857z1vfvObU4Q3o67SmbdiBQiUS0BvCBAgUGoBAU2pp0fnCBAgQIBANQUiUPjJT36SYnXIZz7zmfTGN76xbyARCOy7777p9ttvTxEKjPLi276KlnIw+HXRrVYrbbrppu3HyZZSfMGn1l9//RQraXoriPfpxLt1es8N7j/vec9rv5fntttuS2HQuzImQplY6XPUUUe1X9r75S9/OY1jE48xnXzyyel3v/td+7Gl+Er0Tn/iXTrxqNO5556bYuXOBhtskLtRp63mfBopAQIECBBYuICAZuF27iRAgAABAvMKLLfccunCCy9M8ULWIrdoI9oa7FC8e6S33fhWpcEycx2Pc3+r1UqrrrpqOuKII1KEEb39iK/W/trXvtZ+B0un/ehbp8zjjz8+45uSOuXm+zzggAP6vOPxqniEar77Rr2+/PLLp+uuu66vrX/84x9p7bXXHqqqFVZYIYVBvLemM+542XCEKfFOmpe+9KUz61nAmVar1X6866STTmq/p6jTVnyDVpyLFU8RGi2garcQIECAAAECOQoIaHLEVBUBAgQIEKi6gP4TIECAAAECBAhMR0BAMx13rRIgQKCpAsZNgAABAgQIECBAgMBSBAQ0S0FxigCBKgvoOwECBAgQIECAAAECBKonIKCp3pzp8bQFtE+AAAECBAgQIECAAAECBHIWENDkDJpHdeogQIAAAQIECBAgQIAAAQIE6i/QO0IBTa+GfQIECBAgQIAAAQIECBAgUB8BI6mQgICmQpOlqwQIECBAgAABAgQIECiXgN4QIJCXgIAmL0n1ECBAgAABAgQIECCQv4AaCRAg0BABAU1DJtowCRAgQIAAAQIEli7gLAECBAgQKIOAgKYMs6APBAgQIECAQC0F9tlnn7RkyZLuduyxxxYyzuWWWy5deOGF3XaWLFmSNttss0LaUikBAgQIECBQjICAphhXtRIgQIAAgQkKaIoAAQIECBAgQKDqAgKaqs+g/hMgQGASAtogQIAAAQIECBAgQKBQAQFNobwqJ0BgWAHlCBAgQIAAAQIECBAg0GQBAU2TZ79ZYzdaAgQIECBAgAABAgQIECBQWgEBTW5ToyICBAgQIECAAAECBAgQIECg/gLFjFBAU4yrWgkQIECAAAECBAgQIECAwMIE3NVIAQFNI6fdoAkQIECAAAECBAgQaLKAsRMgUD4BAU355kSPCBAgQIAAAQIECFRdQP8JECBAYEQBAc2IYIoTIECAAAECBAiUQUAfCBAgQIBAvQQENPWaT6MhQIAAAQIE8hJQDwECBAgQIEBgggICmglia4oAAQIECPQK2CdAgAABAgQIECDQERDQdCR8EiBAoH4CRkSAAAECBAgQIECAQEUEBDQVmSjdJFBOAb0iQIAAAQIECBAgQIAAgTwEBDR5KKqjOAE1EyBAgAABAgQIECBAgACBBgg0PqBpwBwbIgECBAgQIECAAAECBAgQaLxA2QEENGWfIf0jQIAAAQIECBAgQIAAgSoI6COBsQQENGPxuZkAAQIECBAgQIAAAQKTEtAOAQJ1FhDQ1Hl2jY0AAQIECBAgQIDAKALKEiBAgMDUBAQ0U6PXMAECBAgQIECgeQJGTIAAAQIECCxdQECzdBdnCRAgQIAAgWoK6DUBAgQIECBAoJICAppKTptOEyBAgMD0BLRMgAABAgQIECBAIH8BAU3+pmokQIDAeALuJkCAAAECBAgQIECgcQICmsZNuQETSIkBAQIECBAgQIAAAQIECJRLQEBTrvmoS2+MgwABAgQIECBAgAABAgQIEBhBoKIBzQgjVJQAAQIECBAgQIAAAQIECBCoqEBzui2gac5cGykBAgQIECBAgAABAgQIDAo4JlASAQFNSSZCNwgQIECAAAECBAgQqKeAUREgQGAYAQHNMErKECBAgAABAgQIECivgJ4RIECAQA0EBDQ1mERDIECAAAECBAgUK6B2AgQIECBAoGgBAU3RwuonQIAAAQIE5hdQggABAgQIECDQcAEBTcN/AQyfAAECTREwTgIECBAgQIAAAQJlFhDQlHl29I0AgSoJ6CsBAgQIECBAgAABAgQWLCCgWTCdGwlMWkB7BAgQIECAAAECBAgQIFBXAQFNXWd2IeNyDwECBAgQIECAAAECBAgQIDAVgYkGNFMZoUYJECBAgAABAgQIECBAgACBiQpobHQBAc3oZu4gQIAAAQIECBAgQIAAgekKaJ1A7QQENLWbUgMiQIAAAQIECBAgQGB8ATUQIEBgsgICmsl6a40AAQIECBAgQIDAcwL+JUCAAAECPQICmh4MuwQIECBAgACBOgkYCwECBAgQIFAdAQFNdeZKTwkQIECAQNkE9IcAAQIECBAgQCAnAQFNTpCqIUCAAIEiBNRJgAABAgQIECBAoBkCAppmzLNREiAwm4DzBAgQIECAAAECBAgQKIGAgKYEk6AL9RYwOgIECBAgQIAAAQIECBAgMJ+AgGY+ofJf10MCBAgQIECAAAECBAgQIECg4gJDBDQVH6HuEyBAgAABAgQIECBAgAABAkMIKDJNAQHNNPW1TYAAAQIECBAgQIAAgSYJGCsBArMKCGhmpXGBAAECBAgQIECAAIGqCegvAQIEqiogoKnqzOk3AQIECBAgQIDANAS0SYAAAQIEChEQ0BTCqlICBAgQIECAwEIF3EeAAAECBAg0UUBA08RZN2YCBAgQaLaA0RMgQIAAAQIECJROQEBTuinRIQIECFRfwAgIECBAgAABAgQIEBhNQEAzmpfSBAiUQ0AvCBAgQIAAAQIECBAgUCsBAU2tptNg8hNQEwECBAgQIECAAAECBAgQmJyAgGZy1v0tOSJAgAABAgQIECBAgAABAgTqLzDkCAU0Q0IpRoAAAQIECBAgQIAAAQIEyiigT/UQENDUYx6NggABAgQIECBAgAABAkUJqJcAgQkICGgmgKwJAgQIECBAgAABAgTmEnCNAAECBAQ0fgcIECBAgAABAgTqL2CEBAgQIECg5OjKIbgAAAccSURBVAICmpJPkO4RIECAAAEC1RDQSwIECBAgQIDAOAICmnH03EuAAAECBCYnoCUCBAgQIECAAIEaCwhoajy5hkaAAIHRBJQmQIAAAQIECBAgQGBaAgKaaclrl0ATBYyZAAECBAgQIECAAAECBJYqIKBZKouTVRXQbwIECBAgQIAAAQIECBAgUEUBAc1os6Y0AQIECBAgQIAAAQIECBAgUH+BiY9QQDNxcg0SIECAAAECBAgQIECAAAECBPoFBDT9Ho4IECBAgAABAgQIECBQDwGjIECgUgICmkpNl84SIECAAAECBAgQKI+AnhAgQIBAfgICmvws1USAAAECBAgQIJCvgNoIECBAgEBjBAQ0jZlqAyVAgAABAgRmCjhDgAABAgQIECiHgICmHPOgFwQIECBQVwHjIkCAAAECBAgQIDCEgIBmCCRFCBAgUGYBfSNAgAABAgQIECBAoPoCAprqz6EREChaQP0ECBAgQIAAAQIECBAgULCAgKZgYNUPI6AMAQIECBAgQIAAAQIECBBotkAzAppmz7HREyBAgAABAgQIECBAgACBZghUeJQCmgpPnq4TIECAAAECBAgQIECAwGQFtEagKAEBTVGy6iVAgAABAgQIECBAgMDoAu4gQKChAgKahk68YRMgQIAAAQIECDRVwLgJECBAoIwCApoyzoo+ESBQSoFWq5VaLVurxaDVYtBqMWi1GLRasxg43+j/vSjl/4jrFAECBCogIKCpwCTpIgECBAgQINAv4IgAAQIECBAgUDcBAU3dZtR4CBAgQCAPAXUQIECAAAECBAgQmKiAgGai3BojQIBAR8AnAQIECBAgQIAAAQIE/i0goPm3hT0C9RIwGgIECBAgQIAAAQIECBCojICApjJTVb6O6hEBAgQIECBAgAABAgQIECCQj0CZA5p8RqgWAgQIECBAgAABAgQIECBAoMwC+pYJCGgyBD8ECBAgQIAAAQIECBAgUGcBYyNQfgEBTfnnSA8JEJicQCtrypYSAwZ+B/wO+B3wO1Dk70Cq5X8MigABAmMKCGjGBHQ7AQIECBAgQIAAgUkIaIMAAQIE6i0goKn3/BodAQIECBAgQGBYAeUIECBAgACBKQoIaKaIr2kCBAgQINAsAaMlQIAAAQIECBCYTUBAM5uM8wQIECBQPQE9JkCAAAECBAgQIFBRAQFNRSdOtwkQmI6AVgkQIECAAAECBAgQIFCEgICmCFV1Eli4gDsJECBAgAABAgQIECBAoIECAprGTboBEyBAgAABAgQIECBAgAABAmUTyD+gKdsI9YcAAQIECBAgQIAAAQIECBDIX0CNuQoIaHLlVBkBAgQIECBAgAABAgQI5CWgHgJNEhDQNGm2jZUAAQIECBAgQIAAgV4B+wQIECiNgICmNFOhIwQIECBAgAABAvUTMCICBAgQIDCcgIBmOCelCBAgQIAAAQLlFNArAgQIECBAoBYCAppaTKNBECBAgACB4gTUTIAAAQIECBAgULyAgKZ4Yy0QIECAwNwCrhIgQIAAAQIECBBovICApvG/AgAINEHAGAkQIECAAAECBAgQIFBuAQFNuedH76oioJ8ECBAgQIAAAQIECBAgQGAMAQHNGHiTvFVbBAgQIECAAAECBAgQIECAQH0FOgFNfUdoZAQIECBAgAABAgQIECBAgEBHwGdJBQQ0JZ0Y3SJAgAABAgQIECBAgEA1BfSaAIGFCAhoFqLmHgIECBAgQIAAAQIEpiegZQIECNRQQEBTw0k1JAIECBAgQIAAgfEE3E2AAAECBCYtIKCZtLj2CBAgQIAAAQIpMSBAgAABAgQI9AkIaPo4HBAgQIAAgboIGAcBAgQIECBAgECVBAQ0VZotfSVAgECZBPSFAAECBAgQIECAAIHcBAQ0uVGqiACBvAXUR4AAAQIECBAgQIAAgaYICGiaMtPGuTQB5wgQIECAAAECBAgQIECAQCkEBDSFToPKCRAgQIAAAQIECBAgQIAAgfoLjD9CAc34hmogQIAAAQIECBAgQIAAAQLFCqi99gICmtpPsQESIECAAAECBAgQIEBgfgElCBCYroCAZrr+WidAgAABAgQIECDQFAHjJECAAIE5BAQ0c+C4RIAAAQIECBAgUCUBfSVAgAABAtUVENBUd+70nAABAgQIEJi0gPYIECBAgAABAgUJCGgKglUtAQIECBBYiIB7CBAgQIAAAQIEmikgoGnmvBs1AQLNFTByAgQIECBAgAABAgRKKCCgKeGk6BKBagvoPQECBAgQIECAAAECBAiMKiCgGVVM+ekL6AEBAgQIECBAgAABAgQIEKiZgIBmKRPqFAECBAgQIECAAAECBAgQIFB/gTKNUEBTptnQFwIECBAgQIAAAQIECBCok4CxEBhaQEAzNJWCBAgQIECAAAECBAgQKJuA/hAgUBeB/wYAAP//61J9JgAAAAZJREFUAwBKWeU9WseNsAAAAABJRU5ErkJggg=="/>
          <p:cNvSpPr>
            <a:spLocks noChangeAspect="1" noChangeArrowheads="1"/>
          </p:cNvSpPr>
          <p:nvPr/>
        </p:nvSpPr>
        <p:spPr bwMode="auto">
          <a:xfrm>
            <a:off x="1706707" y="1835150"/>
            <a:ext cx="3765838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" name="AutoShape 4" descr="data:image/png;base64,iVBORw0KGgoAAAANSUhEUgAABGgAAAzwCAYAAACbUDh5AAAUrXRFWHRteGZpbGUAJTNDbXhHcmFwaE1vZGVsJTIwZHglM0QlMjI4NzIlMjIlMjBkeSUzRCUyMjQ2NSUyMiUyMGdyaWQlM0QlMjIxJTIyJTIwZ3JpZFNpemUlM0QlMjIxMCUyMiUyMGd1aWRlcyUzRCUyMjElMjIlMjB0b29sdGlwcyUzRCUyMjElMjIlMjBjb25uZWN0JTNEJTIyMSUyMiUyMGFycm93cyUzRCUyMjElMjIlMjBmb2xkJTNEJTIyMSUyMiUyMHBhZ2UlM0QlMjIxJTIyJTIwcGFnZVNjYWxlJTNEJTIyMSUyMiUyMHBhZ2VXaWR0aCUzRCUyMjg1MCUyMiUyMHBhZ2VIZWlnaHQlM0QlMjIxMTAwJTIyJTIwbWF0aCUzRCUyMjAlMjIlMjBzaGFkb3clM0QlMjIwJTIyJTNFJTNDcm9vdCUzRSUzQ214Q2VsbCUyMGlkJTNEJTIyMCUyMiUyRiUzRSUzQ214Q2VsbCUyMGlkJTNEJTIyMSUyMiUyMHBhcmVudCUzRCUyMjAlMjIlMkYlM0UlM0NteENlbGwlMjBpZCUzRCUyMjIlMjIlMjB2YWx1ZSUzRCUyMlN0YXJ0JTIwQXBwbGljYXRpb24lMjIlMjBzdHlsZSUzRCUyMndoaXRlU3BhY2UlM0R3cmFwJTNCc3Ryb2tlV2lkdGglM0QyJTNCJTIyJTIwcGFyZW50JTNEJTIyMSUyMiUyMHZlcnRleCUzRCUyMjElMjIlM0UlM0NteEdlb21ldHJ5JTIweCUzRCUyMjQ4JTIyJTIweSUzRCUyMjglMjIlMjB3aWR0aCUzRCUyMjE4MCUyMiUyMGhlaWdodCUzRCUyMjU0JTIyJTIwYXMlM0QlMjJnZW9tZXRyeSUyMiUyRiUzRSUzQyUyRm14Q2VsbCUzRSUzQ214Q2VsbCUyMGlkJTNEJTIyMyUyMiUyMHZhbHVlJTNEJTIyRGFzaGJvYXJkJTIyJTIwc3R5bGUlM0QlMjJ3aGl0ZVNwYWNlJTNEd3JhcCUzQnN0cm9rZVdpZHRoJTNEMiUzQiUyMiUyMHBhcmVudCUzRCUyMjElMjIlMjB2ZXJ0ZXglM0QlMjIxJTIyJTNFJTNDbXhHZW9tZXRyeSUyMHglM0QlMjI3MSUyMiUyMHklM0QlMjIxMTIlMjIlMjB3aWR0aCUzRCUyMjEzNCUyMiUyMGhlaWdodCUzRCUyMjU0JTIyJTIwYXMlM0QlMjJnZW9tZXRyeSUyMiUyRiUzRSUzQyUyRm14Q2VsbCUzRSUzQ214Q2VsbCUyMGlkJTNEJTIyNCUyMiUyMHZhbHVlJTNEJTIyVGFzayUyME1hbmFnZW1lbnQlMjIlMjBzdHlsZSUzRCUyMndoaXRlU3BhY2UlM0R3cmFwJTNCc3Ryb2tlV2lkdGglM0QyJTNCJTIyJTIwcGFyZW50JTNEJTIyMSUyMiUyMHZlcnRleCUzRCUyMjElMjIlM0UlM0NteEdlb21ldHJ5JTIweCUzRCUyMjQ1JTIyJTIweSUzRCUyMjIxNiUyMiUyMHdpZHRoJTNEJTIyMTg2JTIyJTIwaGVpZ2h0JTNEJTIyNTQlMjIlMjBhcyUzRCUyMmdlb21ldHJ5JTIyJTJGJTNFJTNDJTJGbXhDZWxsJTNFJTNDbXhDZWxsJTIwaWQlM0QlMjI1JTIyJTIwdmFsdWUlM0QlMjJDYXRlZ29yeSUyMFBsYW5uZXIlMjIlMjBzdHlsZSUzRCUyMndoaXRlU3BhY2UlM0R3cmFwJTNCc3Ryb2tlV2lkdGglM0QyJTNCJTIyJTIwcGFyZW50JTNEJTIyMSUyMiUyMHZlcnRleCUzRCUyMjElMjIlM0UlM0NteEdlb21ldHJ5JTIweCUzRCUyMjQ2JTIyJTIweSUzRCUyMjMyMCUyMiUyMHdpZHRoJTNEJTIyMTgzJTIyJTIwaGVpZ2h0JTNEJTIyNTQlMjIlMjBhcyUzRCUyMmdlb21ldHJ5JTIyJTJGJTNFJTNDJTJGbXhDZWxsJTNFJTNDbXhDZWxsJTIwaWQlM0QlMjI2JTIyJTIwdmFsdWUlM0QlMjJDYWxlbmRhciUyRlJlbWluZGVyJTIyJTIwc3R5bGUlM0QlMjJ3aGl0ZVNwYWNlJTNEd3JhcCUzQnN0cm9rZVdpZHRoJTNEMiUzQiUyMiUyMHBhcmVudCUzRCUyMjElMjIlMjB2ZXJ0ZXglM0QlMjIxJTIyJTNFJTNDbXhHZW9tZXRyeSUyMHglM0QlMjIzOCUyMiUyMHklM0QlMjI0MjQlMjIlMjB3aWR0aCUzRCUyMjIwMCUyMiUyMGhlaWdodCUzRCUyMjU0JTIyJTIwYXMlM0QlMjJnZW9tZXRyeSUyMiUyRiUzRSUzQyUyRm14Q2VsbCUzRSUzQ214Q2VsbCUyMGlkJTNEJTIyNyUyMiUyMHZhbHVlJTNEJTIyUHJvZ3Jlc3MlMjBUcmFja2VyJTIwJTI2YW1wJTNCJTIwSm91cm5hbCUyME1vZHVsZSUyMiUyMHN0eWxlJTNEJTIyd2hpdGVTcGFjZSUzRHdyYXAlM0JzdHJva2VXaWR0aCUzRDIlM0IlMjIlMjBwYXJlbnQlM0QlMjIxJTIyJTIwdmVydGV4JTNEJTIyMSUyMiUzRSUzQ214R2VvbWV0cnklMjB4JTNEJTIyOCUyMiUyMHklM0QlMjI1MjglMjIlMjB3aWR0aCUzRCUyMjI2MCUyMiUyMGhlaWdodCUzRCUyMjc4JTIyJTIwYXMlM0QlMjJnZW9tZXRyeSUyMiUyRiUzRSUzQyUyRm14Q2VsbCUzRSUzQ214Q2VsbCUyMGlkJTNEJTIyOCUyMiUyMHZhbHVlJTNEJTIyUmVwb3J0JTIwR2VuZXJhdGlvbiUyMiUyMHN0eWxlJTNEJTIyd2hpdGVTcGFjZSUzRHdyYXAlM0JzdHJva2VXaWR0aCUzRDIlM0IlMjIlMjBwYXJlbnQlM0QlMjIxJTIyJTIwdmVydGV4JTNEJTIyMSUyMiUzRSUzQ214R2VvbWV0cnklMjB4JTNEJTIyNDIlMjIlMjB5JTNEJTIyNjU2JTIyJTIwd2lkdGglM0QlMjIxOTIlMjIlMjBoZWlnaHQlM0QlMjI1NCUyMiUyMGFzJTNEJTIyZ2VvbWV0cnklMjIlMkYlM0UlM0MlMkZteENlbGwlM0UlM0NteENlbGwlMjBpZCUzRCUyMjklMjIlMjB2YWx1ZSUzRCUyMkVuZCUyMEFwcCUyMiUyMHN0eWxlJTNEJTIyd2hpdGVTcGFjZSUzRHdyYXAlM0JzdHJva2VXaWR0aCUzRDIlM0IlMjIlMjBwYXJlbnQlM0QlMjIxJTIyJTIwdmVydGV4JTNEJTIyMSUyMiUzRSUzQ214R2VvbWV0cnklMjB4JTNEJTIyNzklMjIlMjB5JTNEJTIyNzYwJTIyJTIwd2lkdGglM0QlMjIxMTclMjIlMjBoZWlnaHQlM0QlMjI1NCUyMiUyMGFzJTNEJTIyZ2VvbWV0cnklMjIlMkYlM0UlM0MlMkZteENlbGwlM0UlM0NteENlbGwlMjBpZCUzRCUyMjEwJTIyJTIwdmFsdWUlM0QlMjIlMjIlMjBzdHlsZSUzRCUyMmN1cnZlZCUzRDElM0JzdGFydEFycm93JTNEbm9uZSUzQmVuZEFycm93JTNEYmxvY2slM0JleGl0WCUzRDAuNSUzQmV4aXRZJTNEMSUzQmVudHJ5WCUzRDAuNSUzQmVudHJ5WSUzRDAlM0IlMjIlMjBwYXJlbnQlM0QlMjIxJTIyJTIwc291cmNlJTNEJTIyMiUyMiUyMHRhcmdldCUzRCUyMjMlMjIlMjBlZGdlJTNEJTIyMSUyMiUzRSUzQ214R2VvbWV0cnklMjByZWxhdGl2ZSUzRCUyMjElMjIlMjBhcyUzRCUyMmdlb21ldHJ5JTIyJTNFJTNDQXJyYXklMjBhcyUzRCUyMnBvaW50cyUyMiUyRiUzRSUzQyUyRm14R2VvbWV0cnklM0UlM0MlMkZteENlbGwlM0UlM0NteENlbGwlMjBpZCUzRCUyMjExJTIyJTIwdmFsdWUlM0QlMjIlMjIlMjBzdHlsZSUzRCUyMmN1cnZlZCUzRDElM0JzdGFydEFycm93JTNEbm9uZSUzQmVuZEFycm93JTNEYmxvY2slM0JleGl0WCUzRDAuNSUzQmV4aXRZJTNEMSUzQmVudHJ5WCUzRDAuNSUzQmVudHJ5WSUzRDAlM0IlMjIlMjBwYXJlbnQlM0QlMjIxJTIyJTIwc291cmNlJTNEJTIyMyUyMiUyMHRhcmdldCUzRCUyMjQlMjIlMjBlZGdlJTNEJTIyMSUyMiUzRSUzQ214R2VvbWV0cnklMjByZWxhdGl2ZSUzRCUyMjElMjIlMjBhcyUzRCUyMmdlb21ldHJ5JTIyJTNFJTNDQXJyYXklMjBhcyUzRCUyMnBvaW50cyUyMiUyRiUzRSUzQyUyRm14R2VvbWV0cnklM0UlM0MlMkZteENlbGwlM0UlM0NteENlbGwlMjBpZCUzRCUyMjEyJTIyJTIwdmFsdWUlM0QlMjIlMjIlMjBzdHlsZSUzRCUyMmN1cnZlZCUzRDElM0JzdGFydEFycm93JTNEbm9uZSUzQmVuZEFycm93JTNEYmxvY2slM0JleGl0WCUzRDAuNSUzQmV4aXRZJTNEMSUzQmVudHJ5WCUzRDAuNSUzQmVudHJ5WSUzRDAlM0IlMjIlMjBwYXJlbnQlM0QlMjIxJTIyJTIwc291cmNlJTNEJTIyNCUyMiUyMHRhcmdldCUzRCUyMjUlMjIlMjBlZGdlJTNEJTIyMSUyMiUzRSUzQ214R2VvbWV0cnklMjByZWxhdGl2ZSUzRCUyMjElMjIlMjBhcyUzRCUyMmdlb21ldHJ5JTIyJTNFJTNDQXJyYXklMjBhcyUzRCUyMnBvaW50cyUyMiUyRiUzRSUzQyUyRm14R2VvbWV0cnklM0UlM0MlMkZteENlbGwlM0UlM0NteENlbGwlMjBpZCUzRCUyMjEzJTIyJTIwdmFsdWUlM0QlMjIlMjIlMjBzdHlsZSUzRCUyMmN1cnZlZCUzRDElM0JzdGFydEFycm93JTNEbm9uZSUzQmVuZEFycm93JTNEYmxvY2slM0JleGl0WCUzRDAuNSUzQmV4aXRZJTNEMSUzQmVudHJ5WCUzRDAuNSUzQmVudHJ5WSUzRDAlM0IlMjIlMjBwYXJlbnQlM0QlMjIxJTIyJTIwc291cmNlJTNEJTIyNSUyMiUyMHRhcmdldCUzRCUyMjYlMjIlMjBlZGdlJTNEJTIyMSUyMiUzRSUzQ214R2VvbWV0cnklMjByZWxhdGl2ZSUzRCUyMjElMjIlMjBhcyUzRCUyMmdlb21ldHJ5JTIyJTNFJTNDQXJyYXklMjBhcyUzRCUyMnBvaW50cyUyMiUyRiUzRSUzQyUyRm14R2VvbWV0cnklM0UlM0MlMkZteENlbGwlM0UlM0NteENlbGwlMjBpZCUzRCUyMjE0JTIyJTIwdmFsdWUlM0QlMjIlMjIlMjBzdHlsZSUzRCUyMmN1cnZlZCUzRDElM0JzdGFydEFycm93JTNEbm9uZSUzQmVuZEFycm93JTNEYmxvY2slM0JleGl0WCUzRDAuNSUzQmV4aXRZJTNEMSUzQmVudHJ5WCUzRDAuNSUzQmVudHJ5WSUzRDAlM0IlMjIlMjBwYXJlbnQlM0QlMjIxJTIyJTIwc291cmNlJTNEJTIyNiUyMiUyMHRhcmdldCUzRCUyMjclMjIlMjBlZGdlJTNEJTIyMSUyMiUzRSUzQ214R2VvbWV0cnklMjByZWxhdGl2ZSUzRCUyMjElMjIlMjBhcyUzRCUyMmdlb21ldHJ5JTIyJTNFJTNDQXJyYXklMjBhcyUzRCUyMnBvaW50cyUyMiUyRiUzRSUzQyUyRm14R2VvbWV0cnklM0UlM0MlMkZteENlbGwlM0UlM0NteENlbGwlMjBpZCUzRCUyMjE1JTIyJTIwdmFsdWUlM0QlMjIlMjIlMjBzdHlsZSUzRCUyMmN1cnZlZCUzRDElM0JzdGFydEFycm93JTNEbm9uZSUzQmVuZEFycm93JTNEYmxvY2slM0JleGl0WCUzRDAuNSUzQmV4aXRZJTNEMSUzQmVudHJ5WCUzRDAuNSUzQmVudHJ5WSUzRDAlM0IlMjIlMjBwYXJlbnQlM0QlMjIxJTIyJTIwc291cmNlJTNEJTIyNyUyMiUyMHRhcmdldCUzRCUyMjglMjIlMjBlZGdlJTNEJTIyMSUyMiUzRSUzQ214R2VvbWV0cnklMjByZWxhdGl2ZSUzRCUyMjElMjIlMjBhcyUzRCUyMmdlb21ldHJ5JTIyJTNFJTNDQXJyYXklMjBhcyUzRCUyMnBvaW50cyUyMiUyRiUzRSUzQyUyRm14R2VvbWV0cnklM0UlM0MlMkZteENlbGwlM0UlM0NteENlbGwlMjBpZCUzRCUyMjE2JTIyJTIwdmFsdWUlM0QlMjIlMjIlMjBzdHlsZSUzRCUyMmN1cnZlZCUzRDElM0JzdGFydEFycm93JTNEbm9uZSUzQmVuZEFycm93JTNEYmxvY2slM0JleGl0WCUzRDAuNSUzQmV4aXRZJTNEMSUzQmVudHJ5WCUzRDAuNSUzQmVudHJ5WSUzRDAlM0IlMjIlMjBwYXJlbnQlM0QlMjIxJTIyJTIwc291cmNlJTNEJTIyOCUyMiUyMHRhcmdldCUzRCUyMjklMjIlMjBlZGdlJTNEJTIyMSUyMiUzRSUzQ214R2VvbWV0cnklMjByZWxhdGl2ZSUzRCUyMjElMjIlMjBhcyUzRCUyMmdlb21ldHJ5JTIyJTNFJTNDQXJyYXklMjBhcyUzRCUyMnBvaW50cyUyMiUyRiUzRSUzQyUyRm14R2VvbWV0cnklM0UlM0MlMkZteENlbGwlM0UlM0MlMkZyb290JTNFJTNDJTJGbXhHcmFwaE1vZGVsJTNFVhNJ8QAAEABJREFUeAHs3Qe8bFV9L/A1mmKXqLEbe8WORlQUjNhLUCzYEY2Y2Avis0bF3gvPgr0XVBSjWEOs2BA1tmcD0aBiF42J7d3fwD7smXvKzJwpu3z53Dmzy9qrfNc+V/f/rrX2GYr/CBAgQIAAAQIECBAgQIAAga4LaF/DBQRoGt5BqkeAAAECBAgQIECAAIF2CKglAQLbERCg2Y6eawkQIECAAAECBAgQWJ6AkggQINBhAQGaDneuphEgQIAAAQIECEwnIDUBAgQIEFiVgADNquSVS4AAAQIECPRRQJsJECBAgAABAusKCNCsy+IgAQIECBBoq4B6EyBAgAABAgQItFFAgKaNvabOBAgQWKWAsgkQIECAAAECBAgQmLuAAM3cSWVIgMB2BVxPgAABAgQIECBAgACBvgkI0PStx7U3Aj4ECBAgQIAAAQIECBAgQKBRAgI0C+kOmRIgQIAAAQIECBAgQIAAAQLdF5hfCwVo5mcpJwIECBAgQIAAAQIECBAgMF8BufVGQICmN12toQQIECBAgAABAgQIENhZwBECBJohIEDTjH5QCwIECBAgQIAAAQJdFdAuAgQIEJhAQIBmAiRJCBAgQIAAAQIEmiygbgQIECBAoP0CAjTt70MtIECAAAECBBYtIH8CBAgQIECAwIIFBGgWDCx7AgQIECAwiYA0BAgQIECAAAEC/RYQoOl3/2s9AQL9EdBSAgQIECBAgAABAgQaLCBA0+DOUTUC7RJQWwIECBAgQIAAAQIECBCYVUCAZlY51y1fQIkECBAgQIAAAQIECBAgQKCjAgI0tY61SYAAAQIECBAgQIAAAQIECHRfoIktFKBpYq+oEwECBAgQIECAAAECBAi0WUDdCUwtIEAzNZkLCBAgQIAAAQIECBAgsGoB5RMg0DUBAZqu9aj2ECBAgAABAgQIEJiHgDwIECBAYKkCAjRL5VYYAQIECBAgQIBAJeCbAAECBAgQOF1AgOZ0C1sECBAgQIBAtwS0hgABAgQIECDQGgEBmtZ0lYoSIECAQPME1IgAAQIECBAgQIDAfAQEaObjKBcCBAgsRkCuBAgQIECAAAECBAj0QkCAphfdrJEENhZwhgABAgQIECBAgAABAgRWLyBAs/o+6HoNtI8AAQIECBAgQIAAAQIECBDYQqADAZotWug0AQIECBAgQIAAAQIECBAg0AGBbjdBgKbb/at1BAgQIECAAAECBAgQIDCpgHQEViggQLNCfEUTIECAAAECBAgQINAvAa0lQIDARgICNBvJOE6AAAECBAgQIECgfQJqTIAAAQItFRCgaWnHqTYBAgQIECBAYDUCSiVAgAABAgQWISBAswhVeRIgQIAAAQKzC7iSAAECBAgQINBDAQGaHna6JhMgQKDvAtpPgAABAgQIECBAoGkCAjRN6xH1IUCgCwLaQIAAAQIECBAgQIAAgakEBGim4pKYQFME1IMAAQIECBAgQIAAAQIEuiQgQNOl3pxnW+RFgAABAgQIECBAgAABAgQILE1gZQGapbVQQQQIECBAgAABAgQIECBAgMDKBBQ8mYAAzWROUvVX4M87mu5TCgMG7gH3gHvAPeAecA+4B9wD87gHdvzf67n/kSGBTggI0HSiGzWCAAECBAgQIECAAIHFCciZAAECixcQoFm8sRIIECBAgAABAgQIbC7gLAECBAj0XkCApve3AAACBAgQIECgDwLaSIAAAQIECDRbQICm2f2jdgQIECBAoC0C6kmAAAECBAgQILANAQGabeC5lAABAgSWKaAsAgQIECBAgAABAt0VEKDpbt9qGQEC0wpIT4AAAQIECBAgQIAAgRUJCNCsCF6x/RTQagIECBAgQIAAAQIECBAgsJ6AAM16Ku09puZLFvjzn/9cfBi4B9wD7gH3gHvAPeAecA+4B069B5b8f8cVR6BTAlMGaDrVdo0hQIAAAQIECBAgQIAAAQIE1hVwcNkCAjTLFlceAQIECBAgQIAAAQIECJTCgACBEQEBmhEOOwQIECBAgAABAgQIdEVAOwgQINAmAQGaNvWWuhIgQIAAAQIECDRJQF0IECBAgMDcBARo5kYpIwIECBAgQIDAvAXkR4AAAQIECPRFQICmLz2tnQQIECBAYD0BxwgQIECAAAECBBohIEDTiG5QCQIECHRXQMsIECBAgAABAgQIENhaQIBmayMpCBBotoDaESBAgAABAgQIECBAoPUCAjSt70INWLyAEggQIECAAAECBAgQIECAwGIFBGgW6ztZ7lIRIECAAAECBAgQIECAAAEC3RfYpIUCNJvgOEWAAAECBAgQIECAAAECBNokoK7tFRCgaW/fqTkBAgQIECBAgAABAgSWLaA8AgQWJCBAsyBY2RIgQIAAAQIECBAgMIuAawgQINBPAQGafva7VhMgQIAAAQIE+iug5QQIECBAoIECAjQN7BRVIkCAAAECBNotoPYECBAgQIAAgWkFBGimFZOeAAECBAisXkANCBAgQIAAAQIEOiYgQNOxDtUcAgQIzEdALgQIECBAgAABAgQILFNAgGaZ2soiQOB0AVsECBAgQIAAAQIECBAgsCYgQLNGYaNrAtpDgAABAgQIECBAgAABAgTaIiBAM3tPuZIAAQIECBAgQIAAAQIECBDovsBSWihAsxRmhRAgQIAAAQIECBAgQIAAgY0EHCdQigCNu4AAAQIECBAgQIAAAQJdF9A+AgQaLyBA0/guUkECBAgQIECAAAECzRdQQwIECBDYnoAAzfb8XE2AAAECBAgQILAcAaUQIECAAIFOCwjQdLp7NY4AAQIECBCYXEBKAgQIECBAgMDqBARoVmevZAIECBDom4D2EiBAgAABAgQIENhAQIBmAxiHCRAg0EYBdSZAgAABAgQIECBAoJ0CAjTt7De1JrAqAeUSIECAAAECBAgQIECAwAIEBGgWgCrL7Qi4lgABAgQIECBAgAABAgQI9E+gfwGa/vWxFhMgQIAAAQIECBAgQIAAgf4JtKzFAjQt6zDVJUCAAAECBAgQIECAAIFmCKgFgXkKCNDMU1NeBAgQIECAAAECBAgQmJ+AnAgQ6JGAAE2POltTCRAgQIAAAQIECIwK2CNAgACBpggI0DSlJ9SDAAECBAgQINBFAW0iQIAAAQIEJhIQoJmISSICBAgQIECgqQLqRYAAAQIECBDogoAATRd6URsIECBAYJEC8iZAgAABAgQIECCwcAEBmoUTK4AAAQJbCThPgAABAgQIECBAgEDfBQRo+n4HaH8/BLSSAAECBAgQIECAAAECBBotIEDT6O5pT+XUlAABAgQIECBAgAABAgQIEJhdoC0Bmtlb6EoCBAgQIECAAAECBAgQIECgLQK9racATW+7XsMJECBAgAABAgQIECDQRwFtJtBMAQGaZvaLWhEgQIAAAQIECBAg0FYB9SZAgMAMAgI0M6C5hAABAgQIECBAgMAqBZRNgAABAt0TEKDpXp9qEQECBAgQIEBguwKuJ0CAAAECBJYsIECzZHDFESBAgAABAhHwIUCAAAECBAgQqAsI0NQ1bBMgQIBAdwS0hAABAgQIECBAgECLBARoWtRZqkqAQLME1IYAAQIECBAgQIAAAQLzEhCgmZekfAjMX0COBAgQIECAAAECBAgQINATAQGannT0+s10lAABAgQIECBAgAABAgQIEGiCwGIDNE1ooToQIECAAAECBAgQIECAAAECixWQ+7YFBGi2TSgDAgQIECBAgAABAgQIEFi0gPwJdF1AgKbrPax9BAgQIECAAAECBAhMIiANAQIEViogQLNSfoUTIECAAAECBAj0R0BLCRAgQIDAxgICNBvbOEOAAAECBAgQaJeA2hIgQIAAAQKtFRCgaW3XqTgBAgQIEFi+gBIJECBAgAABAgQWIyBAsxhXuRIgQIDAbAKuIkCAAAECBAgQINBLAQGaXna7RhPos4C2EyBAgAABAgQIECBAoHkCAjTN6xM1aruA+hMgQIAAAQIECBAgQIAAgSkFBGimBGtCcnUgQIAAAQIECBAgQIAAAQIEuiWwXoCmWy3UGgIECBAgQIAAAQIECBAgQGA9AccaJCBA06DOUBUCBAgQIECAAAECBAh0S0BrCBCYVECAZlIp6QgQIECAAAECBAgQaJ6AGhEgQKAjAgI0HelIzSBAgAABAgQIEFiMgFwJECBAgMAyBARolqGsDAIECBAgQIDAxgLOECBAgAABAgSKAI2bgAABAgQIdF5AAwkQIECAAAECBJouIEDT9B5SPwIECLRBQB0JECBAgAABAgQIENiWgADNtvhcTIDAsgSUQ4AAAQIECBAgQIAAgS4LCNB0uXe1bRoBaQkQIECAAAECBAgQIECAwMoEBGiWRq8gAgQIECBAgAABAgQIECBAoPsCs7VQgGY2N1cRIECAAAECBAgQIECAAIHVCCi1kwICNJ3sVo0iQIAAAQIECBAgQIDA7AKuJEBg+QICNMs3VyIBAgQIECBAgACBvgtoPwECBAiMCQjQjIHYJUCAAAECBAgQ6IKANhAgQIAAgXYJCNC0q7/UlgABAgQIEGiKgHoQIECAAAECBOYoIEAzR0xZESBAgACBeQrIiwABAgQIECBAoD8CAjT96WstJUCAwLiAfQIECBAgQIAAAQIEGiIgQNOQjlANAt0U0CoCBAgQIECAAAECBAgQmERAgGYSJWmaK6BmBAgQIECAAAECBAgQIECgAwICNFt0otMECBAgQIAAAQIECBAgQIBA9wVW3UIBmlX3gPIJECBAgAABAgQIECBAoA8C2khgUwEBmk15nCRAgAABAgQIECBAgEBbBNSTAIE2CwjQtLn31J0AAQIECBAgQIDAMgWURYAAAQILExCgWRitjAkQIECAAAECBKYVkJ4AAQIECPRVQICmrz2v3QQIECBAoJ8CWk2AAAECBAgQaKSAAE0ju0WlCBAg0HyBn/70p+X1r399ud3tblcueMELlsFgMPI573nPW3bffffy+Mc/vnzuc58rv//975vfqLnUsH2Z/Ou//utI3w0Gg3KnO92p/OEPf2hfYxZc45NOOqlc9KIXHfE68sgj1y11PO1Zz3rW8vnPf37dtH0/GMPB4PS/Q/baa69yyimn9J1F+wkQIECgZwICND3rcM0lQKADAituwle/+tVy4xvfuJznPOcpd7vb3crb3/72kgfR8WqdfPLJ5dOf/nR54hOfWK55zWuWc57znOWQQw4pv/rVr8aTTrT/xz/+sbz1rW8tj33sYydK37ZEq2rfj370o/KWt7xlJ66jjjqqfP3rX9/puAMEphH4/ve/Xx784AeXL37xi9NcJi0BAgQIEOilgABNL7tdowlsLuAsgfUE/vu//7scdNBBZddddy0f/OAH10uy6bFcn+DKJS95yeH1f/7znzdNX51MugR6rn3ta5c73vGO5Xvf+151qhPfq27fF77whfKNb3xjJ8tf/OIX5fDDD9/puAMEJhFIIMLdKpoAABAASURBVDbB2Utc4hLlsMMOMxprEjRpCBAgQKD3AgI0vb8FVgKgUAIEWibwm9/8ptznPvcpz3rWs7Zd85/85Cflpje96XA0TIITW2X4whe+cDhV6rOf/exWSVt5fpXtyxSm17zmNaXqh8FgMGKYkTUZYTNy0A6BLQR+/OMfl2tc4xrD6Y2mNm6B5TQBAgQIEKgJdDRAU2uhTQIECBDYlkAe3g899NDhejPjGWXq0ute97py/PHHl4yQSdp8/vSnP5UEYjLS5u53v3s5wxlG/+cm5w844IDymc98ZjzLnfaT704HO3Rgle3LaKSjjz56TXPPPfcse+2119p+pjj9+7//+9q+DQKTCGS63v/8z/9MklQaAgQIECAwB4HuZDH6/5i70y4tIUCAAIE5CWTNmWc+85kjue2yyy4la5Rk6tFd73rXkkVTz3SmM62lGQwG5dznPnfZe++9S0ZoZD2a2972tmvns/Hb3/62HHzwwRYCDcaKPu9973vLD3/4w7XSr3Od6wxHN60d2LHxrne9y/SUHQ6z/LnABS5QTjjhhOEIpQQuMxJtt912myWrzl9zq1vdas0pVgkcnu1sZ+t8uzWQAIGWCKgmgSUJCNAsCVoxBAgQaKvA2972tuFomKr+f/VXf1Xe/e53l5vc5CbDN9lUxzf7Pte5zjUcgbPvvvuOJPvoRz9aPv7xj48cs7McgYzcec973jNS2LWuda1hUO0sZznL2vEE4jKSZu2ADQIECBCYu4AMCRAgEAEBmij4ECBAgMC6AvkX//EAyj/90z+VPfbYY930mx0885nPXJ7whCcM3/5Upcu/lGedk3xXx3wvR+C4444r9elL5z//+csVr3jFctnLXnb41q2qFr/4hcWCKwvfBFosoOoECBAg0AIBAZoWdJIqEiBAYFUCeRPLN7/5zZHi8zalwWB0MdmRBJvs5OE/057qSb71rW+Z5lQHWdJ2Rs/87//+71ppV7/61csFL3jBkmklN7vZzdaOZyNBNIsFR8JnYwFnCBAgQIAAge0KCNBsV9D1BAgQ6JlARsLM2uS/+Iu/WFuENutzXOQiFylZu6YeKEje97jHPYbTpwaDQXnkIx+ZQ2uf1772tWvnBoPBML9TTjll7fx6G3mTzDHHHFMe+tCHlqte9arDIMRgMFjL54xnPGO5+MUvXvbff//ygQ98oCT9evmMHzvyyCPX8hgMBuXpT3/6MEmmD+XtTBe60IXWzl/qUpcqj3nMY8qJJ55Y5t2+YaFT/Eiw5R3veMfIFbe+9a2HfZGDt7jFLcouu+ySzeEnU5zqo22GByf4cdJJJw3XJxoMTrXea6+91oJxGTWVNYz222+/kilwg8GpaTKFbvfddx9OicsIrrVittiI/WBwah6DwaCkb6pLEmh89rOfXa585SuX9PVgcGq69M9973vfknWWUp8q/by+x9t/1rOetXz+85+fOPvch7kfc19mnafB4NR6DwaDct7znrfc7na3G7Yz6SbO9LSEaW8W945LgqbJbzA4Pf/B4NQycu4Vr3hF+elPf3ralet/pV1p32AwGAb6sgB1lTLrTeWtToPB6fnX+yfpsj8YnH6+fq/k/Faf1C/1zL2TIONgcHpesYvhJz7xiYl/t1PeeP+N1ym/y/mdvvSlLz1yX8Uy9/UnP/nJkgWTk5cPAQIECBCYRECAZhIlaQgQINBTgbx9KUGVevM/8pGPDBfzrB+bZvvAAw8cXv9f//VfJQ9xedNTFhSeJo9J01aBkvOc5zwlI3+e+9znli9+8Ytl/ME/b5XKw2oWNM7aOkn/pje9aaaHq+9///vl+te/fnngAx9Y0saqrt/+9rfLk5/85HLTm960rPoNNwmMJOhS1W2XXXYp173udavdcslLXrJkPZq1Azs28rau3/3udzu2tv/nZz/7WbnjHe9Ydt8RiMnonJ///OdrmSbYkPrd7W53K3/zN39TskB1jq0lmGIjQYiMFEog8OEPf3j58pe/XNLXVRbpn5e+9KVl1113Hbb3//2//1edWul3Hupz/yWAlPsx92V+V+qVysLbb3/720sCa0mXdqa99TTrbSdN1n7KiKkEJePy4Q9/uCS/8fQ5lnP3vve9h1MTH/CAB5QEu8bTrXI/v2/3vOc9h/VLPXPvjP9+xy6GmZoZq9jGeNZ6J//8fv/d3/3d8Hc6owDr91Xccl/ndyqjBj/72c/OWpTrCBAgQKBnAgI0PetwzSVAYGUCrSw4gZOrXe1qI3V/wxveUNrwwJEHtypQMu1DZdLf+c53Lve///2n+hf3BBryL/Wf+9znRszqO7e//e3LX//1X9cPLXX7D3/4Q8kDar3QvL0pI3yqYxkldZvb3KbaHX5nNEAeRIc72/iR4ExGfmTx6a2ySWDmEY94RElf/PKXv9wq+cj5BCLe+ta3ln/8x3+cKKiQezr3+r/927+N5LPsnfjc/OY3H7Y5D/qTlJ90eQtS1niK2UbX5NxBBx1U9txzz3LcccdtlGzD4y960YtK7pW8mWrDREs8kWBx+uzVr371xKXGKvdTgjkJtEx84WkJ8/dKRtJkhNxphzb9SmA2gZrxEWubXuQkAQIECPRWQICmt12v4d0T0CIC8xfI6Jk8TNdzzqKxN7rRjUoCNXngq5+b13YCK1mMOJ/ddtttJNuLXexiJcerT6bjpJ71RHmY3yhQ8rd/+7fDh/bq+jzAZ6RG/fpqO6MrMvWi2t/qOw+wGXFQpcu0jpSTMv7yL/+yZKRKPLfbvir/Wb6zplCmzdSvzQNrpprVj6WPs3BwdSz9fvjhh1e7M31nBM6DH/zgUp8ulVFaN7jBDYZ9eoc73GFoNJ55yk1gYZr7LdNZDjjggJERM1lj5+53v/uwrPTNeDmZinPXu961fOYznxk/tZT93LcxGO+fFJ7pQ7mPcj8lTabR5Hj9kwDNC17wgvqhte0ErDKCLFOa1g6etpG8M2IqeecTo4yiOu30yNdXvvKV8qQnPakk0Fc/kWBugh65PvdTpqpV5weDQdlnn32G7jmfT0Y1Vedn+c7oodyjP/nJT3a6PFOa0oaUc8Mb3rDkd288UYI6+V2M+fi5jfZTVu6PegA2eaeMlJUyU/b49blvDz744OH0xvFz9gkQIECAQF1AgKauYXtzAWcJEOilQBaMvd71rjfS9owwyYPKOc95zpI1PLK+Sx5CRhJtY+de97pXednLXjb8ZMRJPasEN6pz+c6D+3hw4SUveUmpB0pyfaaCfOc73yk//vGPyxFHHDHMO9dnO6MWMuUneSdt9clDbdJkqlR1bLPv6l/k8/CZh/yMysj1KSPn8kasy13ucmW77dusDludi0vaW6XLlI+Miqj2q+9M38hIgWo/35m2kfVrsj3LJ9NP3vnOd65dmhFKGXWUkRBxSv55CH7f+943nLKylnDHxmGHHVY2Cj7sOL3Tn2c84xklAZecSLAh7c7oh9e85jXDvk/fpKw8VCdN9UkgKmsEJW11bBnfCXhkvaXUs15e6p6ATQIJuY8qp0zPiuU5znGOevLytKc9rSSIMnJwx86xxx47fIvajs21P7lPq7zzO5y884lRRkulzAQW1i44bSPBkfy+nLY7/Erg9PnPf/7Q9lnPelapB/cyIitrtSTv6nPVq151eN0sP77whS+UBIPq04qSz53udKfhtMJqumLK+tCHPlTy+/vGN76xjFsdddRR5ZGPfOROwabktd4nrllrJ+eS1+tf//rhdMmUkbLilrIzjfJyO37Pk676xPNd73pXteubAAECBAisK9CoAM26NXSQAAECBFYqkCDMc57znJ0emFOpPPhklEnWd8m/mF/xilcsj370o4cjEDJaImmW/UkAIf86Xi83QZ6Mwrj4xS9ePzyynbUi8sC27777jhzPw1YWCx05uMnOWc5ylpLpO9e85jVHUuVf2rPWyfhon5FEC97JYspxqBeTUQgXu9jF6oeG26lnRmwMd077kYfy+uiX0w5P/ZVRM6961auGAZc86NYzyCK+WafnU5/6VMniq/VzGQHy3e9+t35oy+0EFxMY+4d/+Ifhgs31CzLq45WvfGV5ylOeUj9c0s6Xv/zlI8cWvZOAUepSLycjixLoSx/FpX4u+xmVkjWcMjKrOpeg04tf/OLhOk/VsQQa410FrHI8i3QnMLZe3jmfT/rmqU99asm12a8+CWLl96LaX+Z3/s553OMeV1KHqtzcT5lylFF9aVd1vPqOVYI3CbCMj5xKYGXaezr3ZQI1d7nLXdYdnZPFqPN3SdJVdch3fvfyO5htHwIECBAohcHOAgI0O5s4QoAAAQJjAnmoycKi4/8qPJZs+C/3edjNdIn8q3ke/B/0oAeV/Ov8PEfYjJdb389CsN/4xjfWDuXhNQ90CZCsHdxgI3XOFJwEJ6okGUWQN8RU+1t9Z6TO+LSsra5Z1vnYJPBRlTcYDIaL9Q4Gg+rQyHeCG+NTNhL8ykPySMIpdw455JC1N1ltdGnWxMnCxAl4VWl+8IMflGnWiLnEJS5R8tav+miOKq/qOw/vWSh3//33rw4NvzOaJ8G+4c6CfySAkuBC/W1mqXsCNnnD1WbF//3f/33JKJB6miOOOKJkJEd1LPfveBDiUY96VIlxlWaj78FgMJwSmL8D6mlOOOGE+u7StrN2Tkb91AtMW+53v/vtFICrp8n2hS984eH6S/UgTkbhZGTWpPd0gkGHHnrolnb5vclCwim3+mQUTT2wVB33TYDAwgRkTKB1AgI0resyFSZAgMBqBC5/+cuXTJPI1JEEMiapRR7i8vCTETZnOtOZhg/l9eDJJHlMmyZrzGTqTIJE2c4IgcuNTTfYLM9MKclaJVWaPLj98Ic/rHa3/L7lLW9Z6gGeLS9YYoIsDlwPAmTUUBZZ3agKcUh76uczTSkLn9aPTbOdvsjaMIPB+kGhel4JdGXkQ/3YNKMQHvKQh5QECevXr7ed4F3umXowKKNo0tb10s/7WKYr5S1M9Xzvc5/7TFT3XJM1aTJVLdv5JJCV+mc7nwQV4pgRUUmX4EEWIs65ST5Zo+kKV7jCSNJF/x6PFFbbGb+Hcz+l7waDre+nZJOgVAI62a4+GUmUV61X+5t9J2iZv882S1OdyzSu+t8Fmc63rKBfVQffixaQPwECBOYrIEAzX0+5ESBAoNMCCcxkzZe8CSVvyMlrkidtcP6lOqMZ8kB129vetkwT9Ji0jKS7ylWuMpw6k1E7WW8m9aw/JCXNoj7xucxlLrOo7LeVbx4MMx2mnkmCV+c73/nqh0a2B4NTF3cdDE5/+M0IgARJRhJOsZPXa29WZj2r9Nt+++03MjIio4BOPPHEerJ1txOIyALS655c52Cmn+21114jZ7K2yMiBBe187WtfK3kVdJV9Rn1NU/esJZM3BWVkSIIwGTFWD0xlFE7WgDniiCNK1tbJ6JqM0KnKa8t3Ahz1EWCpd/4umfR+Svp8Epyqj6rK1K/6wr9Js9EnzmevApXkAAAQAElEQVQ729k2Oj1yPAHOvLJ/5OC0O9ITIECAQK8EBGh61d0aS4AAgfkI5K0vWdclD0sZYZI35mQ4f/5lfpISsrjpla50pZLrJ0nfljQZsZNpFE2sb6a41EdVJPiRkRdb1TWjWPKpp5t1+k/K3HvvvetZbbmdgF4edKuEWeA4AYZqf6PvBA8TuNjo/PjxjPDKw3f9eEZVZHHn+rFFbH/pS18aWTMmazlN+ruU+sQ1fZKROAnC5G1OGfGWc1t92nQ+Qaz6yJ3BYFCyTs+0bcj9dPWrX33ksk9+8pMj+xvtjP8ubJQuxxOwzdpc2fYhQIAAAQKTCAjQTKIkDQECBAhsKJAH27wFKG9wyYNzAjaZGvKIRzyibPaQmcVM8y/ZWQR1w8yXdCLr42QB0ayfkwe+PAjOUnRefRyPWa5d5DV5Q9D4G2TyoJkg2VblZnrL+GiOBHoS8Nnq2lLKSJKMdKiP7Bg5ucFORpNkWkr9dAIa9f31tvMAnsDFeuc2Ojbu8c1vfrPkjWUbpZ/X8fEFd/MGrUlHacyrDuP5ZF2cBHzypqKb3OQmJd/jaZa9n5F79UV2c29mpNS09cjvaKYf1a/LdMx63vVz9e0EXer7tgkQIECAwDwFBGjmqSkvAgQIECh5+MnCpU9/+tOHC5VmSkzeApO1XcZ5ci4LtGYh3vFzk+1PnioPnFksNQGhN7/5zSUBpIzmyPSP/Ct3Ri3kDVT1f6GfPPdTU2ZkUdYzOXWvOT8TaBhfWPWmN71pyRu6JqllHtBjVE87y2LBeYvWpGVWZeV+Gp8mMknQJCNvqjwm/c4Dfz2ok/V6EnCc9PpZ0uW+TACtfm2CAIPB6dPK6ufmvZ2gRO6PjLzJ+lKZgpbAatatSfDjbne7W8m9kymKZcX/pS/iVVUjQawE8Kr9ab7zhqpp0idt1ihKEDbbPgQIECBAYBECAjSLUJUnAQLdEdCSbQvkgTxvyEng4xWveEUZD2B87GMfK+973/u2Xc56GWRkzJFHHln22GOP4cK9edDP4sFZMPWZz3xm+fCHP1yyrsV613bpWNqZqUH1NmUazGAwGK7vMhhs/p0RUglW1K/PCJq8Uad+bKvtvDFpMBhslWzkfAImCXzVD2Ydlfr+etvj99l6acaPJTBSD0QlELTo+yNTqLKob70ul770peu7c91OgCNTt+55z3uWBDjOfvazl6ybdJvb3KYcfPDBJWs2zTqCbK4VXXJm3/3ud8uvf/3rJZeqOAIECBAgMCogQDPqYY/A0gUUSKAvAnk4z9t78haW/Ot8vd1ZdHZ8FEH9/LTbeQjNm1myDsetb33rkjVyJh0BkPUpxus3bflNSp/RSYuYnpKAzfvf//4mNVVdthBIYGvfffctWRA5I6ASHNrikuHpjFKZZcTJ8OKW/MjImIzWakl1VZMAAQIEOiogQNPRjq01yyYBAgRmEsjoiEwBynoYeXjJtIc84M2UWe2ivGVmfHHavMUm051qyWbeTHDm0EMPLXlD0be//e1N86neepPpWFk3J1Mo8jaXpi70u2ljNjiZ0RJf+MIXNji7vcNZmDZvh9peLptf/bvf/a5kvaJ6qitc4Qr13bltZ7RM7oEqw4y4SsCu2l/Ed4ICKaeed6Yc1ffnsZ3f54yEygLdm+WXaV4ZZZa3tb33ve8d2sdln3322eyy1p/LKK1ZRl21vuEaQIAAAQKNEphDgKZR7VEZAgQIEJiTQB6KMwrlxBNPLFmcMwuGZhHg7WafKSt77bXXSDZZByPTkUYOzriTNWYyVWN8xEwWBU3g5stf/vJwKkMCOWlT1t7IejRZNycPyzMW28jL0sY3vOENJaNd6hVMYCpvOJr2k4fYej7TLhace2nSURtVObkvMtWo2s93RnTke7PPLEGOlBOzKt9MAVr0Q3t+H8ZdEySq16Oqz6zfGUWVt6zFv55H3jqWez/T1fL7nt+ZTIU75phjStajudnNblbOfe5z1y9Z6XamoA0Gp0+Ry98bswZ2x6eVpR8Gg9PzXmlDFU6AAIFGC6jcIgUEaBapK28CBAi0WCALhOZf06smZApSpgpV+9v5zoPhdq7f6NrU8XnPe1757W9/u5YkD9hZV+PYY48t//Iv/1KyGHAevNcSdHjjxz/+8XCdnXoTs+BvRhZlnZFpP5mKNhiMPsRmqkwCCvUyNtrOw3QCABudX+94goPf+ta31k4NBoOy3oLTawlO2zj++ONP25r86/Of//xI4rxxahn3ymUve9mRctMvCT6MHNxiJ2stpa5ZHPke97hHeeUrX1ny+5DLssZT1nrKdvU58MADS95clNFjCZgmEDMYjPZtlbYp3+N/J+VemqWfEyTMyLJ6u9LX44Gy+nnbBAgsUUBRBHosIEDT487XdAIECGwmkKkd44uVvu51ryt56N/suknOjT8IZxpVHi4nuXazNHmwPfroo0eSZDTN7W53u+FiuCMnNtjJNK4EBTY43arDGRmRUS71SuetPBmJUD826fY1rnGNknV96ulTRqbP1I9ttJ0H6vFXSm+Utjr+n//5n+WHP/xhtVtyr4zXYe1kbSMjqTJypHZo080ERMYDkNe//vWHbyXb9MI5nLza1a42kkuCB7kPRw5usZNRLwk8ZDHu1772tSXTk3JJgjQJrGW7+lzzmtcsT37yk8uk90EWz/3Od75TXb6y7/Of//zlEpe4xEj5H//4x0f2J9nJtLyvfOUrI0ljMnLATqcFNI4AAQJNFRCgaWrPqBcBAgRWLJC3L+VVzPVq5KEmb2LazvSLBHje9a531bMteUDN22RGDs6wkylLmapRXToYDMqee+45cXAm11Vr0WS7zZ/1HswzAiHrkMzarqyVcvvb337k8kyfes973jNybLOd9H3qtlma6lzSZVHpaj/f1772tcv5zne+bG76ybo7CXRsmqh2MlPfPvWpT60dyducEqBZO7DAjYx6Sd9URSSQlTdvVftbfScQNZ4+azBl2k6CKxkpU89j9913n2rqUq5PoKyexyq2M6Iv/V8vO6Pjxqdu1c+vt/22t71tJOiX12cn+Lhe2hmPuYwAAQIECMwkIEAzE5uLCBAg0A+Bu971riXrldRb+5jHPKa84AUvKH/84x/rhyfaznoiuT6BnuqCPAjntdfV/na+s6BsvV4JJKXMSfPMVJqnPOUpkyZvdLqMnFnvoT1TObZT8YxGGl8D5h3veEfJqIRJ8s0DdUbdTJI26ZK+SjsYDEqm7yTwUB3b6DuBo/TlJNOvkiZpc02V3w1ucIOSdYuq/UV+Zy2g613veiNFPPe5zy0bT98ZSTqcxpYRQ9XRXXbZpVz3utcd7ub3oT7lLwfH93Nso09+f574xCeWTE/bKM0yj+fvivydUZWZ39mXvexlJb/r1bHNvpP++c9//kiS2C9q4emRguwQIECAAIEtBARotgBymgABAn0WuNSlLlUe9rCHjRBkIdEHP/jB5ba3vW3JdIqRk5vsZMpGHu4PO+ywkVR5q9M0/3qdaRwZWTGSyWk7WdtmfKpUHvDzkHlakg2/8uC2zz77lJNOOmmnNJNcv9NFMx7YrH3TZHn00UeX+kP1YDAod7zjHScbTbRJQRntccMb3nAkRYJBCaaMHNxgJ/fPfe9735I3d22QZHj4uOOOK/e6171K0g8P7PiRES177LHHjq3J/mRkT9ZY2az/cu6xj31sSdoq18FgUO5zn/tMPAWoum7W7wScsohvPfCQKUX3vve9S0bHbJZv7ttHPvKRIwGKfffdt6Sfcl2mMY0HWdNXkwR/Erh6wAMeUDLiJHnVP/kdnDQoksBX8qpfP+t2gmY3vvGNRy4/5JBDynOe85wRg5EEp+3k76AEeOq/42c4wxmGa1PF6bRkvggQIECAwMoEBGhWRq9gAgQItEMgC+smGDNe23e/+93Dh8BMT3rpS19a8tacjGCp0uXBN29KycNdpltklECuyfnqkzVunvnMZ5Ys5FsdG//OaID6sYwKqY8WqJ/L6JDxfwnPIrYPetCDSt7QU09bbf/0pz8tGSGQ6+oje6rz+U7b8r2IzzTtm7T8PNS//vWvH0medVumCYSNXFzbSTAhgbbaoeFmnCd9CE/wIdNsMn0pIzyGGZz2I/tvfOMbhyNA6lNXErx40pOeVMYDcKddtuHXE57whGFgKg/n44lyLG159rOfPXIqx251q1uNHFv0Tjz++Z//eaSY3OtZwPdLX/rSTsGHOB111FElU37q92emoT3kIQ8p6adkloVvx4Na8b/NbW5TNpoClt/dI444olzpSlcq+d1OPuOf/G4nmDh+PPv5fa73U4I509wfyWOjTwIp+X0d/715+MMfXhKYSp+OXxurjPLK31Wf+9znRk4nCJi3VY0ctEOAAAECBFYkIECzInjFEiCwUAGZz1EgD0R5I8z4ejRVERnpkBERl7nMZYYjDgaDwXCURh6oL3zhC5c73OEO5UMf+lCVfO07D5J5EL/oRS+6dmy9jbyxZzAYrJ3KqJBM3zjvec87XDA2wZ8EWZIg6+bc//73z+bI58UvfnHJ+hVXvvKVh6MyMjoio0my7kfq8fjHP77koTQX5eFyvE55wMu5RXymad+k5Wc9lfGFmLN2TNo6aR6bpcv0n2qERpUuozJyL1T7G30PBqf2ZQJmd77znUv6bJ999hmOWMl37re73OUuI2/iSl4JzowHGnJ8o89gcGo5Of/Od76zJECYN3jlgTyf1D/HZgkaJs95fwaDQUkwaXx0UkyvcpWrlPOf//zDQFPu3TjFLYGF+ppLGQ3ykpe8pOy6664j1VtvqmLyTbr8DuR3IfnGJb8jZzrTmUoCOHnbV5VRRtMNBqeb5ndioxE0Cc4kWFpdm++sXZU6Z5HnfLLgeI7P8kmg5eUvf3lJe+vXV/2csjMVLm3ae++9h38vJXhTt8p1sd4qQJx0PgQIECBAYFkCZ1hWQcoh0C0BrSHQL4E8WOVfoPMAOY+W540peWPOJCM68sCY0S3j5eZNSxlhkcVLM2KkOp+HzQSMqv3qO1NlErhIsCnTrDL1KYsKV+fznWBJ6pXpJtmvPhlZs9HDaJVm1u9p27dVOannm9/85pJRC1XaBMtucpObVLvb/s4iveOjqjKN5Q1veENJ+RsVkMVYX/SiF5V6oCijMLJwcPok31WgrMojD+EvfOELy0EHHTQM/FXHt/pOYHD8Pkg/pv/zWW96Xu7Hj3zkI2U8QLdVWfM6n9+zt7/97SUjeMbzzOLauWcrp7jV08QpQZDxfkmaBFfinuBj9uuf/A5U+cYlvyP5XanS5Jqs2fKWt7xlZPTSd7/73Q2nXyXAs94IpPRtfmfzybS4qoxZvhNwybS0c5zjHDtdfsIJJ5S8ySpWGYWUcscT5e+JWMd8/Jx9AgQIECCwKgEBmlXJb1Wu8wQIEGiYQEY2PO5xjyuZHnHAAQfs9K/Xk1Q3AZA86OVtORlxM8k1GSnzvOc9r4xPaaiuzb+K65NAygAAEABJREFU5yGz2s8DZRYxfsYznrHp1Kkqfb7zkJdr8nCa4FGCJoPB6aMFErSpl5Fr5vWZtn1blZt65sG1ni4jXrJ2R/3YdrdvectblgR+6vnkYTiBhPqx8e1rXeta5bOf/exwas74ufH99EX6JKOiBoPT+2M83Xr7f/3Xf10SlEhwIffEemmqYzmftWo++tGPloz6qo6v4jsBgwTYMros9+Ukdaic9t9//w2DWAncfPCDHyz5HZwkz6RJfvl9T8Ayo14y4ijH88kUp2OPPTab637udre7lYzcWffkjoMJkNWDiDsOTf0nI4gSdMvosEkvTvvz+5HpdbGe9DrpCBAgQIDAQgVOy1yA5jQIXwQIECAwmcDFL37xkn+pz7/g54EvIxvy0J0FesdzyLSinMvDbx7IslZGRjac8YxnHE+66X6mKeRBPevhXPCCFxxJm4e8/It5/WAeuFOvLAaa4E7qkLU46mnywJlpEO9///tLgjxZDDVBqKTJ2huXvexlszn8JP9M4RnuLODHtO3brAof+9jHSupbT5NgStW2+vHtbCfgk8BPPY+MipjEKVNQUs88KGdkT/qryif9e+CBB5asFfLpT3+6rDd6qkq71XfuswQX4vHoRz96ZGRMysx9kaky6f9HPOIRw6kwW+W5jPOpdxazTb0yBSujRcZ/v+KU+zfBwwQ8J3Hac889h4szb5Rnfl8z7acyedWrXrUWsDr3uc9dxvs76xytNzolRvl9y7ozhx9+eIlzvHO8+qRPfv3rX1e7M38noJYRQN/73vfKs571rGFZKbvKMCOLMoIo98ExxxwzXNj8Fre4xYaBrOo63wQIEOiagPa0Q0CAph39pJYECBBonECmMSSwkJEqefDJyIlMb6l/fvazn5Wcy8NvRswMBoOZ25EHsUMPPbTkX+7rZWQ7a5asl3EeKrNAcOpwyimnDKffJH0+eUDMA2TeCDP+8JgpPHnLUNJVn/VGA2QaR3U+33lzUtbfWK8uWx2bpX3r5bnffvuNtDP1ygiU9dJu51gCPlmkNvnXPyl/knwThMiDcvLI9Kgqj/Rv1lHZbbfd5vYQnbcY5U0/xx9//JpNysx9kXVXJh2pknYlr9w7VX3znfsg58Y/42kT1Ey7xtNttJ/7MnknyDH++xWn3L/Xuc51Siw3ymP8+GZ55vc160XFJL879WsHg8FwRFLaW30SGEl+9XT17dQrwaU4x7u6Lt8ZRZWAUJU+7czx6jPt71JG9+SNcymr/ruetXISGM5IqgSKUqeqzK2+t9t/271+q/o5T6BhAqpDgMAcBARo5oAoCwIECBAgQIAAAQIEFikgbwIECHRfQICm+32shQQIECBAgAABAlsJOE+AAAECBFYsIECz4g5QPAECBAgQINAPAa0kQIAAAQIECGwmIECzmY5zBAgQIECgPQJqSoAAAQIECBAg0GIBAZoWd56qEyBAYLkCSiNAgAABAgQIECBAYFECAjSLkpUvAQLTC7iCAAECBAgQIECAAAECPRUQoOlpx/e12dpNgAABAgQIECBAgAABAgSaKCBAM99ekRsBAgQIECBAgAABAgQIECDQfYG5t1CAZu6kMiRAgAABAgQIECBAgAABAtsVcH3fBARo+tbj2kuAAAECBJYkcIELXKCccMIJ5c9//vPw85vf/KbstttuCyn94IMPHpZRlfWa17xmIeXIlAABAp0S0BgCBBolIEDTqO5QGQIECBAgQIAAAQLdEdASAgQIEJhcQIBmcispCRAgQIAAAQIEmiWgNgQIECBAoDMCAjSd6UoNIUCAAAECBOYvIEcCBAgQIECAwHIEBGiW46wUAgQIECCwvoCjBAgQIECAAAECBHYICNDsQPCHAAECXRbQNgIECBAgQIAAAQIEmi8gQNP8PlJDAk0XUD8CBAgQIECAAAECBAgQ2KaAAM02AV2+DAFlECBAgAABAgQIECBAgACBbgsI0KR/fQgQIECAAAECBAgQIECAAIHuCzS4hQI0De4cVSNAgAABAgQIECBAgACBdgmoLYFZBQRoZpVzHQECBAgQIECAAAECBJYvoEQCBDoqIEDT0Y7VLAIECBAgQIAAAQKzCbiKAAECBFYhIECzCnVlEiBAgAABAgT6LKDtBAgQIECAwE4CAjQ7kThAgAABAgQItF1A/QkQIECAAAECbRMQoGlbj6kvAQIECDRBQB0IECBAgAABAgQIzFVAgGaunDIjQIDAvATkQ4AAAQIECBAgQIBAnwQEaPrU29pKoC5gmwABAgQIECBAgAABAgQaIyBA05iu6F5FtIgAAQIECBAgQIAAAQIECBCYTKDNAZrJWigVAQIECBAgQIAAAQIECBAg0GaBXtRdgKYX3ayRBAgQIECAAAECBAgQILCxgDMEVi8gQLP6PlADAgQIECBAgAABAgS6LqB9BAgQ2EJAgGYLIKcJECBAgAABAgQItEFAHQkQIECg3QICNO3uP7UnQIAAAQIECCxLQDkECBAgQIDAAgUEaBaIK2sCBAgQIEBgGgFpCRAgQIAAAQL9FRCg6W/fazkBAgT6J6DFBAgQIECAAAECBBoqIEDT0I5RLQIE2img1gQIECBAgAABAgQIEJhFQIBmFjXXEFidgJIJECBAgAABAgQIECBAoIMCAjQd7NTtNcnVBAgQIECAAAECBAgQIECAwLIFlh+gWXYLlUeAAAECBAgQIECAAAECBAgsX0CJUwkI0EzFJTEBAgQIECBAgAABAgQINEVAPQh0SUCApku9qS0ECBAgQIAAAQIECMxTQF4ECBBYmoAAzdKoFUSAAAECBAgQIEBgXMA+AQIECBA4VUCA5lQHPwkQIECAAAEC3RTQKgIECBAgQKAVAgI0regmlSRAgAABAs0VUDMCBAgQIECAAIHtCwjQbN9QDgQIECCwWAG5EyBAgAABAgQIEOi8gABN57tYAwkQ2FpACgIECBAgQIAAAQIECKxWQIBmtf5K74uAdhIgQIAAAQIECBAgQIAAgU0EBGg2wWnTKXUlQIAAAQIECBAgQIAAAQIE2iswaYCmvS1UcwIECBAgQIAAAQIECBAgQGBSAelWJCBAsyJ4xRIgQIAAAQIECBAgQKCfAlpNgMB6AgI066k4RoAAAQIECBAgQIBAewXUnAABAi0UEKBpYaepMgECBAgQIECAwGoFlE6AAAECBOYtIEAzb1H5ESBAgAABAgS2LyAHAgQIECBAoGcCAjQ963DNJUCAAAECpwr4SYAAAQIECBAg0CQBAZom9Ya6ECBAoEsC2kKAAAECBAgQIECAwMQCAjQTU0lIgEDTBNSHAAECBAgQIECAAAECXREQoOlKT2rHIgTkSYAAAQIECBAgQIAAAQIEliIgQLMU5o0KcZwAAQIECBAgQIAAAQIECBDovsDWLRSg2dpICgIECBAgQIAAAQIECBAg0GwBtWu9gABN67tQAwgQIECAAAECBAgQILB4ASUQILBYAQGaxfrKnQABAgQIECBAgACByQSkIkCAQK8FBGh63f0aT4AAAQIECBDok4C2EiBAgACB5goI0DS3b9SMAAECBAgQaJuA+hIgQIAAAQIEZhQQoJkRzmUECBAgQGAVAsokQIAAAQIECBDopoAATTf7VasIECAwq4DrCBAgQIAAAQIECBBYgYAAzQrQFUmg3wJaT4AAAQIECBAgQIAAAQLjAgI04yL22y+gBQQIECBAgAABAgQIECBAoGUCAjQzdJhLCBAgQIAAAQIECBAgQIAAge4LLLOFAjTL1FYWAQIECBAgQIAAAQIECBA4XcAWgTUBAZo1ChsECBAgQIAAAQIECBDomoD2ECDQFgEBmrb0lHoSIECAAAECBAgQaKKAOhEgQIDAXAQEaObCKBMCBAgQIECAAIFFCciXAAECBAj0QUCApg+9rI0ECBAgQIDAZgLOESBAgAABAgRWLiBAs/IuUAECBAgQ6L6AFhIgQIAAAQIECBDYXECAZnMfZwkQINAOAbUkQIAAAQIECBAgQKDVAgI0re4+lSewPAElESBAgAABAgQIECBAgMDiBARoFmcr5+kEpCZAgAABAgQIECBAgAABAr0V6FGAprd9rOEECBAgQIAAAQIECBAgQKBHAu1sqgBNO/tNrQkQIECAAAECBAgQIEBgVQLKJbAAAQGaBaDKkgABAgQIECBAgAABAtsRcC0BAv0TEKDpX59rMQECBAgQIECAAAECBAgQINAwAQGahnWI6hAgQIAAAQIEuiGgFQQIECBAgMA0AgI002hJS4AAAQIECDRHQE0IECBAgAABAh0SEKDpUGdqCgECBAjMV0BuBAgQIECAAAECBJYlIECzLGnlECBAYGcBRwgQIECAAAECBAgQIDAUEKAZMvhBoKsC2kWAAAECBAgQIECAAAECbRAQoGlDLzW5jupGgAABAgQIECBAgAABAgQIbFug8QGabbdQBgQIECBAgAABAgQIECBAgEDjBfpeQQGavt8B2r8tgcFgUAYDn8GAwWDAYDBgMBgwGAwYDAYMBgMGgwGDwYDBYNA/g239n+vFX6wEAo0WEKBpdPeoHAECBAgQIECAAAEC7RFQUwIECMwuIEAzu50rCRAgQIAAAQIECCxXQGkECBAg0FkBAZrOdq2GESBAgAABAgSmF3AFAQIECBAgsBoBAZrVuCuVAAECBAj0VUC7CRAgQIAAAQIE1hEQoFkHxSECBAgQaLOAuhMgQIAAAQIECBBon4AATfv6TI0JEFi1gPIJECBAgAABAgQIECAwZwEBmjmDyo7APATkQYAAAQIECBAgQIAAAQL9EhCg6Vd/V631PbnAYEdSn1IYMHAPuAeafg+Usf+aXl/1K/63pRQGpTAopXcGxX8ECKwvsKAAzfqFOUqAAAECBAgQIECAAAECBAh0SUBb5iUgQDMvSfkQIECAAAECBAgQIECAwPwF5EigJwICND3paM0kQIAAAQIECBAgQGB9AUcJECDQBAEBmib0gjoQIECAAAECBAh0WUDbCBAgQIDAlgICNFsSSUCAAAECBAgQaLqA+hEgQIAAAQJtFxCgaXsPqj8BAgQIEFiGgDIIECBAgAABAgQWKiBAs1BemRMgQIDApALSESBAgAABAgQIEOizgABNn3tf2wn0S0BrCRAgQIAAAQIECBAg0FgBAZrGdo2KtU9AjQkQIECAAAECBAgQIECAwGwCAjSzua3mKqUSIECAAAECBAgQIECAAAECnRQYCdB0soUaRYAAAQIECBAgQIAAAQIECIwI2GmegABN8/pEjQgQIECAAAECBAgQINB2AfUnQGBKAQGaKcEkJ0CAAAECBAgQIECgCQLqQIAAgW4JCNB0qz+1hgABAgQIECBAYF4C8iFAgAABAksUEKBZIraiCBAgQIAAAQJ1AdsECBAgQIAAgUpAgKaS8E2AAAECBLonoEUECBAgQIAAAQItERCgaUlHqSYBAgSaKaBWBAgQIECAAAECBAjMQ0CAZnHsFWAAABAASURBVB6K8iBAYHECciZAgAABAgQIECBAgEAPBARoetDJmri5gLMECBAgQIAAAQIECBAgQGDVAgI0i+8BJRAgQIAAAQIECBAgQIAAAQLdF9hWCwVotsXnYgIECBAgQIAAAQIECBAgsCwB5XRZQICmy72rbQQIECBAgAABAgQIEJhGQFoCBFYmIECzMnoFEyBAgAABAgQIEOifgBYTIECAwPoCAjTruzhKgAABAgQIECDQTgG1JkCAAAECrRQQoGllt6k0AQIECBAgsDoBJRMgQIAAAQIE5i8gQDN/UzkSIECAAIHtCbiaAAECBAgQIECgdwICNL3rcg0mQIBAKQwIECBAgAABAgQIEGiWgABNs/pDbQh0RUA7CBAgQIAAAQIECBAgQGAKAQGaKbAkbZKAuhAgQIAAAQIECBAgQIAAge4ICNBs1JeOEyBAgAABAgQIECBAgAABAt0XaEgLBWga0hGqQYAAAQIECBAgQIAAAQLdFNAqApMICNBMoiQNAQIECBAgQIAAAQIEmiugZgQIdEBAgKYDnagJBAgQIECAAAECBBYrIHcCBAgQWLSAAM2iheVPgAABAgQIECCwtYAUBAgQIECg5wICND2/ATSfAAECBAj0RUA7CRAgQIAAAQJNFhCgaXLvqBsBAgQItElAXQkQIECAAAECBAjMLCBAMzOdCwkQILBsAeURIECAAAECBAgQINBVAQGarvasdhGYRcA1BAgQIECAAAECBAgQILASAQGalbD3t1AtJ0CAAAECBAgQIECAAAECBHYW6FqAZucWOkKAAAECBAgQIECAAAECBAh0TaBz7RGg6VyXahABAgQIECBAgAABAgQIbF9ADgSWKyBAs1xvpREgQIAAAQIECBAgQOBUAT8JECBQExCgqWHYJECAAAECBAgQINAlAW0hQIAAgfYICNC0p6/UlAABAgQIECDQNAH1IUCAAAECBOYkIEAzJ0jZECBAgAABAosQkCcBAgQIECBAoB8CAjT96GetJECAAIGNBBwnQIAAAQIECBAg0AABAZoGdIIqECDQbQGtI0CAAAECBAgQIECAwFYCAjRbCTlPoPkCakiAAAECBAgQIECAAAECLRcQoGl5By6n+kohQIAAAQIECBAgQIAAAQIEFinQjADNIlsobwIECBAgQIAAAQIECBAgQKAZAmqxoYAAzYY0ThAgQIAAAQIECBAgQIBA2wTUl0BbBQRo2tpz6k2AAAECBAgQIECAwCoElEmAAIGFCAjQLIRVpgQIECBAgAABAgRmFXAdAQIECPRRQICmj72uzQQIECBAgEC/BbSeAAECBAgQaJyAAE3jukSFCBAgQIBA+wW0gAABAgQIECBAYDoBAZrpvKQmQIAAgWYIqAUBAgQIECBAgACBTgkI0HSqOzWGAIH5CciJAAECBAgQIECAAAECyxMQoFmetZIIjArYI0CAAAECBAgQIECAAAECpwkI0JwG0cUvbSJAgAABAgQIECBAgAABAgTaIbCdAE07WqiWBAgQIECAAAECBAgQIECAwHYEXLsEAQGaJSArggABAgQIECBAgAABAgQ2E3COAAEBGvcAAQIECBAgQIAAAQLdF9BCAgQINFxAgKbhHaR6BAgQIECAAAEC7RBQSwIECBAgsB0BAZrt6LmWAAECBAgQILA8ASURIECAAAECHRYQoOlw52oaAQIECBCYTkBqAgQIECBAgACBVQkI0KxKXrkECBDoo4A2EyBAgAABAgQIECCwroAAzbosDhIg0FYB9SZAgAABAgQIECBAgEAbBQRo2thr6rxKAWUTIECAAAECBAgQIECAAIG5CwjQzJ10uxm6ngABAgQIECBAgAABAgQIEOi+wGgLBWhGPewRIECAAAECBAgQIECAAIFuCGhFqwQEaFrVXSpLgAABAgQIECBAgACB5gioCQEC8xMQoJmfpZwIECBAgAABAgQIEJivgNwIECDQGwEBmt50tYYSIECAAAECBAjsLOAIAQIECBBohoAATTP6QS0IECBAgACBrgpoFwECBAgQIEBgAgEBmgmQJCFAgAABAk0WUDcCBAgQIECAAIH2CwjQtL8PtYAAAQKLFpA/AQIECBAgQIAAAQILFhCgWTCw7AkQmERAGgIECBAgQIAAAQIECPRbQICm3/3fn9ZrKQECBAgQIECAAAECBAgQaLCAAM2cOkc2BAgQIECAAAECBAgQIECAQPcFFtVCAZpFycqXAAECBAgQIECAAAECBAhML+CKngoI0PS04zWbAAECBAgQIECAAIG+Cmg3AQJNFBCgaWKvqBMBAgQIECBAgACBNguoOwECBAhMLSBAMzWZCwgQIECAAAECBFYtoHwCBAgQINA1AQGarvWo9hAgQIAAAQLzEJAHAQIECBAgQGCpAgI0S+VWGAECBAgQqAR8EyBAgAABAgQIEDhdQIDmdAtbBAgQ6JaA1hAgQIAAAQIECBAg0BoBAZrWdJWKEmiegBoRIECAAAECBAgQIECAwHwEBGjm4yiXxQjIlQABAgQIECBAgAABAgQI9EKg5wGaXvSxRhIgQIAAAQIECBAgQIAAgZ4LNL/5AjTN7yM1JECAAAECBAgQIECAAIGmC6gfgW0KCNBsE9DlBAgQIECAAAECBAgQWIaAMggQ6LaAAE23+1frCBAgQIAAAQIECEwqIB0BAgQIrFBAgGaF+IomQIAAAQIECPRLQGsJECBAgACBjQQEaDaScZwAAQIECBBon4AaEyBAgAABAgRaKiBA09KOU20CBAgQWI2AUgkQIECAAAECBAgsQkCAZhGq8iRAgMDsAq4kQIAAAQIECBAgQKCHAgI0Pex0Te67gPYTIECAAAECBAgQIECAQNMEBGia1iNdqI82ECBAgAABAgQIECBAgAABAlMJtDJAM1ULJSZAgAABAgQIECBAgAABAgRaKdCnSgvQ9Km3tZUAAQIECBAgQIAAAQIE6gK2CTRGQICmMV2hIgQIECBAgAABAgQIdE9AiwgQIDCZgADNZE5SESBAgAABAgQIEGimgFoRIECAQCcEBGg60Y0aQYAAAQIECBBYnICcCRAgQIAAgcULCNAs3lgJBAgQIECAwOYCzhIgQIAAAQIEei8gQNP7WwAAAQIE+iCgjQQIECBAgAABAgSaLSBA0+z+UTsCBNoioJ4ECBAgQIAAAQIECBDYhoAAzTbwXEpgmQLKIkCAAAECBAgQIECAAIHuCgjQdLdvp22Z9AQIECBAgAABAgQIECBAgMCKBJYYoFlRCxVLgAABAgQIECBAgAABAgQILFFAUbMICNDMouYaAgQIECBAgAABAgQIEFidgJIJdFBAgKaDnapJBAgQIECAAAECBAhsT8DVBAgQWLaAAM2yxZVHgAABAgQIECBAoBQGBAgQIEBgRECAZoTDDgECBAgQIECgKwLaQYAAAQIECLRJQICmTb2lrgQIECBAoEkC6kKAAAECBAgQIDA3AQGauVHKiAABAgTmLSA/AgQIECBAgAABAn0REKDpS09rJwEC6wk4RoAAAQIECBAgQIAAgUYICNA0ohtUorsCWkaAAAECBAgQIECAAAECBLYWEKDZ2qjZKdSOAAECBAgQIECAAAECBAgQaL3AlgGa1rdQAwgQIECAAAECBAgQIECAAIEtBSRYrYAAzWr9lU6AAAECBAgQIECAAIG+CGgnAQKbCAjQbILjFAECBAgQIECAAAECbRJQVwIECLRXQICmvX2n5gQIECBAgAABAssWUB4BAgQIEFiQgADNgmBlS4AAAQIECBCYRcA1BAgQIECAQD8FBGj62e9aTYAAAQL9FdByAgQIECBAgACBBgoI0DSwU1SJAAEC7RZQewIECBAgQIAAAQIEphUQoJlWTHoCBFYvoAYECBAgQIAAAQIECBDomIAATcc6VHPmIyAXAgQIECBAgAABAgQIECCwTAEBmmVqn16WLQIECBAgQIAAAQIECBAgQKD7AhO3UIBmYioJCRAgQIAAAQIECBAgQIBA0wTUpysCAjRd6UntIECAAAECBAgQIECAwCIE5EmAwFIEBGiWwqwQAgQIECBAgAABAgQ2EnCcAAECBEoRoHEXECBAgAABAgQIdF1A+wgQIECAQOMFBGga30UqSIAAAQIECDRfQA0JECBAgAABAtsTEKDZnp+rCRAgQIDAcgSUQoAAAQIECBAg0GkBAZpOd6/GESBAYHIBKQkQIECAAAECBAgQWJ2AAM3q7JVMoG8C2kuAAAECBAgQIECAAAECGwgI0GwA43AbBdSZAAECBAgQIECAAAECBAi0U0CAZpp+k5YAAQIECBAgQIAAAQIECBDovsAKWihAswJ0RRIgQIAAAQIECBAgQIBAvwW0nsC4gADNuIh9AgQIECBAgAABAgQItF9ACwgQaJmAAE3LOkx1CRAgQIAAAQIECDRDQC0IECBAYJ4CAjTz1JQXAQIECBAgQIDA/ATkRIAAAQIEeiQgQNOjztZUAgQIECBAYFTAHgECBAgQIECgKQICNE3pCfUgQIAAgS4KaBMBAgQIECBAgACBiQQEaCZikogAAQJNFVAvAgQIECBAgAABAgS6ICBA04Ve1AYCixSQNwECBAgQIECAAAECBAgsXECAZuHECthKwHkCBAgQIECAAAECBAgQINB3gT4EaPrex9pPgAABAgQIECBAgAABAgT6INDqNgrQtLr7VJ4AAQIECBAgQIAAAQIEliegJAKLExCgWZytnAkQIECAAAECBAgQIDCdgNQECPRWQICmt12v4QQIECBAgAABAn0U0GYCBAgQaKaAAE0z+0WtCBAgQIAAAQJtFVBvAgQIECBAYAYBAZoZ0FxCgAABAgQIrFJA2QQIECBAgACB7gkI0HSvT7WIAAECBLYr4HoCBAgQIECAAAECSxYQoFkyuOIIECAQAR8CBAgQIECAAAECBAjUBQRo6hq2CXRHQEsIECBAgAABAgQIECBAoEUCAjQt6qxmVVVtCBAgQIAAAQIECBAgQIAAgXkJNDdAM68WyocAAQIECBAgQIAAAQIECBBoroCaDQUEaIYMfhAgQIAAAQIECBAgQIBAVwW0i0AbBARo2tBL6kiAAAECBAgQIECAQJMF1I0AAQLbFhCg2TahDAgQIECAAAECBAgsWkD+BAgQINB1AQGarvew9hEgQIAAAQIEJhGQhgABAgQIEFipgADNSvkVToAAAQIE+iOwRUtvvOP8o7fx2XHpyJ/t5JW6jGRmhwABAgQIECCwaAEBmkULy58AAQIEliWgnHYLfGBH9ffY8Tlkxs+Oy0b+zJpP6pC6jGRmhwABAgQIECCwaAEBmkULy58AgQ4JaAoBAgsWeM6C858k+ybUYZJ6SkOAAAECBAh0TECApmMdqjktF1B9AgQI9Fvggzuaf9SOz6r+pOzUYVXlK5cAAQIECBDosYAATc86X3MJECBAgEDDBVY5gmWVZTe8W1SPAAECBAgQWLTAvAM0i67i7LlsAAAQAElEQVSv/AkQIECAAIFuC2QES0ayLLuVKTNlL7tc5REgQIAAgbYKqPecBQRo5gwqOwIECBAgQGDbAqsYybKKMrcNJQMCBAh0W0DrCPRLQICmX/2ttQQIECBAoA0CGcmSES3LqmvKSpnLKk85BAg0RUA9CBAg0CABAZoGdYaqECBAgAABAmsCyxzRssyy1hpoox8CWkmAAAECBCYVEKCZVEo6AgQIECBAYJkCGdGSkS2LLjNlpKxFl7Oo/OVLgAABAgQIdERAgKYjHakZBAgQIEBgMQIrzXUZI1uWUcZKERVOgAABAgQItENAgKYd/aSWBAgQ6K6AlhHYWCAjWzLCZeMU2zuTvFPG9nJxNQECBAgQIEBgDgICNHNAlAUBAs0WUDsCBFotsMgRLovMu9XoKk+AAAECBAgsX0CAZvnmSuyegBYRIECAwOIEMsIlI13mXULyTN7zzld+BAgQIECAAIGZBARoZmJb9kXKI0CAAAECvRZYxEiXReTZ607SeAIECBAgQGB7AqcGaLaXh6sJECBAgAABAosUyEiXjHiZVxnJK3nOKz/5ECBAgACB9gioaWMFBGga2zUqRoAAAQIECNQE5jniZZ551apokwABAgQi4EOAwGwCAjSzubmKAAECBAgQWK5ARrxk5Mt2S00eyWu7+bieAIHVCSiZAAECnRQQoOlkt2oUAQIECBDopMA8Rr7MI49O4mpUXcA2AQIECBBYvoAAzfLNlUiAAAECBAjMJpCRLxkBM9vVpeTa5DHr9fO7Tk4ECBAgQIAAgTEBAZoxELsECBAgQKALAh1uw3ZGwGzn2g6TahoBAgQIECDQBAEBmib0gjoQIECgfQJqTGBVAhkBk5Ew05afa3LttNdJT4AAAQIECBBYioAAzVKYFUKAwPQCriBAgMCGArOMhJnlmg0r4AQBAgQIECBAYN4CAjTzFpVfewTUlAABAgTaKpCRMBkRM2n9kzbXTJpeOgIECBAgQIDA0gUEaBZILmsCBAgQIEBgYQLTjIiZJu3CKixjAgQIECBAoLsC82iZAM08FOVBgAABAgQILFsgI2IyMmarcpMmabdK5zwBAgQIEGiygLr1QECApgedrIkECBAgQKCjApOMjJkkTUd5NIsAAQLTCEhLgMCqBQRoVt0DyidAgAABAgRmFcjImIyQ2ej6nEuajc47ToDAMgWURYAAAQKbCgjQbMrjJAECBAgQINBwgc1GyGx2ruHNUr1ZBFxDgAABAgTaLCBA0+beU3cC3RP4844m+ZTCgIF7YPJ74AM7/t7Y6E/OzdNSXpP3CytWbboHNvo7xHECBAgsVUCAZqncCiNAgAABApsJOEeAAAECBAgQINBXAQGavva8dhMg0E8BrSZAgAABAgQIECBAoJECAjSN7BaVItBeATUnQIAAAQIECBAgQIAAgekFBGimN3PFagWUToAAAQIECBAgQIAAAQIEOicgQLNTlzpAgAABAgQIECBAgAABAgQIdF+gWS0UoGlWf6gNAQIECBAgQIAAAQIECHRFQDsITCEgQDMFlqQECBAgQIAAAQIECBBokoC6ECDQHQEBmu70pZYQ6LzAn//85+LDwD3gHnAPuAfcA0u9B1r/v72d/z9IGkiAQGcEBGg605UaQoAAAQIECBBoo4A6EyBAgAABAhEQoImCDwECBAgQINBdAS0jQIAAAQIECLRAQICmBZ2kigQIECDQbAG1I0CAAAECBAgQILBdAQGa7Qq6ngABAosXUAIBAgQIECBAgAABAh0XEKDpeAdrHoHJBKQiQIAAAQIECBAgQIAAgVUKCNCsUr9PZWsrAQIECBAgQIAAAQIECBAgsKFAZwI0G7bQCQIECBAgQIAAAQIECBAgQKAzAl1tiABNV3tWuwgQIECAAAECBAgQIEBgFgHXEFiJgADNStgVSoAAAQIECBAgQIBAfwW0nAABAjsLCNDsbOIIAQIECBAgQIAAgXYLqD0BAgQItE5AgKZ1XabCBAgQIECAAIHVC6gBAQIECBAgMF8BAZr5esqNAAECBAgQmI+AXAgQIECAAAECvRIQoOlVd2ssAQIECJwuYIsAAQIECBAgQIBAcwQEaJrTF2pCgEDXBLSHAAECBAgQIECAAAECEwoI0EwIJRmBJgqoEwECBAgQIECAAAECBAh0Q0CAphv9uKhWyJcAAQIECBAgQIAAAQIECBBYgsCKAzRLaKEiCBAgQIAAAQIECBAgQIAAgRULKH4rAQGarYScJ0CAAAECBAgQIECAAIHmC6ghgZYLCNC0vANVnwABAgQIECBAgACB5QgohQABAosUEKBZpK68CRAgQIAAAQIECEwuICUBAgQI9FhAgKbHna/pBAgQIECAQN8EtJcAAQIECBBoqoAATVN7Rr0IECBAgEAbBdSZAAECBAgQIEBgJgEBmpnYXESAAAECqxJQLgECBAgQIECAAIEuCgjQdLFXtYkAge0IuJYAAQIECBAgQIAAAQJLFxCgWTq5AgkQIECAAAECBAgQIECAAAECowICNKMe3djTCgIECBAgQIAAAQIECBAgQKBVAjMFaFrVQpUlQIAAAQIECBAgQIAAAQIEZhJw0fIEBGiWZ60kAgQIECBAgAABAgQIEBgVsEeAwGkCAjSnQfgiQIAAAQIECBAgQKCLAtpEgACBdggI0LSjn9SSAAECBAgQIECgqQLqRYAAAQIE5iAgQDMHRFkQIECAAAECBBYpIG8CBAgQIECg+wICNN3vYy0kQIAAAQJbCThPgAABAgQIECCwYgEBmhV3gOIJECDQDwGtJECAAAECBAgQIEBgMwEBms10nCNAoD0CakqAAAECBAgQIECAAIEWCwjQtLjzVH25AkojQIAAAQIECBAgQIAAAQKLEhCgWZTs9Pm6ggABAgQIECBAgAABAgQIEOi+wLotFKBZl8VBAgQIECBAgAABAgQIECDQVgH1bqOAAE0be02dCRAgQIAAAQIECBAgsEoBZRMgMHcBAZq5k8qQAAECBAgQIECAAIHtCrieAAECfRMQoOlbj2svAQIECBAgQIBABHwIECBAgECjBARoGtUdKkOAAAECBAh0R0BLCBAgQIAAAQKTCwjQTG4lJQECBAgQaJaA2hAgQIAAAQIECHRGQICmM12pIQQIEJi/gBwJECBAgAABAgQIEFiOgADNcpyVQoDA+gKOEiBAgAABAgQIECBAgMAOAQGaHQj+dFlA2wgQIECAAAECBAgQIECAQPMFBGi220euJ0CAAAECBAgQIECAAAECBLovsOAWCtAsGFj2BAgQIECAAAECBAgQIEBgEgFp+i0gQNPv/td6AgQIECBAgAABAgT6I6ClBAg0WECApsGdo2oECBAgQIAAAQIE2iWgtgQIECAwq4AAzaxyriNAgAABAgQIEFi+gBIJECBAgEBHBQRoOtqxmkWAAAECBAjMJuAqAgQIECBAgMAqBARoVqGuTAIECBDos4C2EyBAgAABAgQIENhJQIBmJxIHCBAg0HYB9SdAgAABAgQIECBAoG0CAjRt6zH1JdAEAXUgQIAAAQIECBAgQIAAgbkKCNDMlVNm8xKQDwECBAgQIECAAAECBAgQ6JNAXwM0fepjbSVAgAABAgQIECBAgAABAn0VaE27BWha01UqSoAAAQIECBAgQIAAAQLNE1AjAvMREKCZj6NcCBAgQIAAAQIECBAgsBgBuRIg0AsBAZpedLNGEiBAgAABAgQIENhYwBkCBAgQWL2AAM3q+0ANCBAgQIAAAQJdF9A+AgQIECBAYAsBAZotgJwmQIAAAQIE2iCgjgQIECBAgACBdgsI0LS7/9SeAAECBJYloBwCBAgQIECAAAECCxQQoFkgrqwJECAwjYC0BAgQIECAAAECBAj0V0CApr99r+X9E9BiAgQIECBAgAABAgQIEGiogABNQzumndVSawIECBAgQIAAAQIECBAgQGAWgXYFaGZpoWsIECBAgAABAgQIECBAgACBdgn0sLYCND3sdE0mQIAAAQIECBAgQIBA3wW0n0DTBARomtYj6kOAAAECBAgQIECAQBcEtIEAAQJTCQjQTMUlMQECBAgQIECAAIGmCKgHAQIECHRJQICmS72pLQQIECBAgACBeQrIiwABAgQIEFiagADN0qgVRIAAAQIECIwL2CdAgAABAgQIEDhVQIDmVAc/CRAgQKCbAlpFgAABAgQIECBAoBUCAjSt6CaVJECguQJqRoAAAQIECBAgQIAAge0LCNBs31AOBBYrIHcCBAgQIECAAAECBAgQ6LyAAE3nu3jrBkpBgAABAgQIECBAgAABAgQIrFZgGQGa1bZQ6QQIECBAgAABAgQIECBAgMAyBJSxDQEBmm3guZQAAQIECBAgQIAAAQIElimgLALdFRCg6W7fahkBAgQIECBAgAABAtMKSE+AAIEVCQjQrAhesQQIECBAgAABAv0U0GoCBAgQILCegADNeiqOESBAgAABAgTaK6DmBAgQIECAQAsFBGha2GmqTIAAAQIEViugdAIECBAgQIAAgXkLCNDMW1R+BAgQILB9ATkQIECAAAECBAgQ6JmAAE3POlxzCRA4VcBPAgQIECBAgAABAgQINElAgKZJvaEuXRLQFgIECBAgQIAAAQIECBAgMLGAAM3EVE1LqD4ECBAgsF2BU045pey1115lMBjM9Dnvec9bLnnJS5a73OUu5W1ve1v55S9/ud0qtf769UyPPPLIhbQr+Q4Gp/dd+jLlL6Qwmc5d4POf/3w561nPuva7d9GLXrScdNJJcy9HhgQIECBAoC0CGwdo2tIC9SRAgAABAisSOPnkk8t3vvOd8sY3vrHc4Q53KLvssku52c1uVr761a+uqEaKJUCAAAECBAjMIOCSRggI0DSiG1SCAAECBLoicNRRR5Vdd921HHLIIeX3v/99V5qlHQQIECBAYFsCLiZAYGsBAZqtjaQgQIAAAQJTCzz2sY8tBxxwQPnNb34z9bUuIECAAIGpBVxAgACB1gsI0LS+CzWAAAECBOYpsOeee5Zf//rX5c9//vOmn//+7/8u//Vf/1U++MEPlgMPPLCc+cxn3qkar3/968tDHvIQI2l2knGAQBsF1JkAAQIECCxWQIBmsb5yJ0CAAIGOCpzpTGcqF7jABcree+9dXvKSl5Qf/vCH5e53v/tOrT3ssMPKC17wgp2OO0BgJwEHCBAgQIAAgV4LCND0uvs1ngABAgTmJXCOc5yjvPKVryxPecpTdsryaU97WvnKV76y0/FlH1AeAQIECBAgQIBAcwUEaJrbN2pGgACBtgn0vr5nPOMZy8Mf/vDyT//0TyMWP/nJT8qLX/zi4ZSpkRN2CBAgQIAAAQIECJwmIEBzGoQvAgTaIKCOBJov8Jd/+ZflcY97XLnc5S43UtkjjjiiHH/88SPH7BAgQIAAAQIECBCoBARoKgnfBCLgQ4AAgTkIXPjCFy4PetCDRnL6wQ9+UD7wgQ+MGEMKowAAEABJREFUHNtsJ4sUJ6Dz7Gc/e7jOzXnPe94yGAxGPjmWNXBe8YpXlJ/+9KebZbfhuV/+8pclixknn3Od61xzz3+84F/96lcl9d19993LX/3VX62Vd7azna3c9KY3LYcffnjJAszj1027//vf/36Y1+5j5VzoQhcq+++/f/nkJz9Z/vjHP06b7Uj6lJE+3W+//Ur6YjA4vX9iGdPYxnjkwil3Us4xxxxTHvrQh5arXvWqJVaDwellZeTWxS9+8ZJ2pT5JP0kRJ510UrnoRS+61gd77bVXOeWUU4YjvT760Y+Wa1/72mvn0p60cyu3vLXsbW97W0lf1ut5vvOdr9z3vvct3/jGNyapmjQECBAgQKCXAgI0S+52xREgQIBAPwRucpOblAQD6q3NG5/+8Ic/1A/ttJ3ATB6Or371q5c8dGfK1Ic//OFy8skn75Q2x3Lu3ve+dznPec5THvCAB5QEQHZKuM6BPEg/+MEPLnnwvtvd7laSz89//vORlNvJfySjHTsJGjzzmc8c1jP1/fSnPz3ydqvU5/3vf3+5/e1vX85//vOX97znPcNAwY5Lp/7z2c9+tlz+8pcf5jVeTt689ZrXvKZc97rXLVe84hXLf/zHf0ydfwJIL3zhC4dtST+/5S1v2al/YhnT2Mb4gQ984MR9U1WoXk6CJc997nPLF7/4xRKrKk2+//SnP5UE89Ku1Cf3wpve9KaZAlD/8z//Uw466KCSt5klKJT880l70s499tij/Pu//3sOjXwS7EqZF7zgBcsd7nCHkr6s1/PHP/5xeelLX1oysiz5p20jGdghQIAAAQIdFJi2SQI004pJT4AAAQIEJhC4yEUuUnbfffeRlJ/73OfKj370o5Fj9Z0EMfLwmofj4447rn5qou0XvehF5TrXuU454YQTNk3/s5/9rNzqVrcqz3/+80se7jdNXDuZ/K92tauVr33ta7WjW2/+4he/KHe+853LIx7xiJGgzEZXJsiU+j3nOc+ZOkjz9re/fRh8+fa3v71R9mvHv/71r5d/+Id/KGlXAmNrJzbZyNu6UrdpAi4xTkDnWte61sR23//+98v1r3/9Mk05VbXjF+/73//+E3lX16WeCQJl1FZ1bPz77//+78s1r3nNkcMJxCToljJT9sjJdXae9axnDYOJv/vd79Y56xABAgQITCEgaccEBGg61qGaQ4AAAQLNEPiLv/iLYbCkXpuMIsgIjvqxajsBgo0ejs961rOWPNxn8eF87n73u5dLXvKS1aUj33lb1JOe9KSy0UidBIEe+chH7jQK4gxnOEO50pWuVA444IDhIscpI9NfRjLfsfOd73ynHHjggWWaaTsZqZOpSzsuX/uz6667DstKedleO1HbyFo+n/nMZ2pHNt/MiI8ECtLGKuUuu+wyHNERtxvc4AYl7azO5TtBiUxHe8c73pHdTT8n7Ah8JWiSkTHjCdNH//iP/zi0ywiSTHkaT5OAUK5PoG78XH0/tvvvv39ZL93f/u3flqqctCnbf/M3f1O/fG07I1aOPPLItf2tNuJXfwtZRsPkPsgn27n+rne9aznnOc+ZzeEn1g95yEPKq1/96uF+/Ufd/oY3vGHJ+kzV+Uxze+pTnzp1AK663jcBAssSUA4BAssUEKBZprayCBAgQKBXApe+9KVH2ptpHRmBMXLwtJ1jjz22POEJTzht79SvjMLJmiJ5YM/D88te9rKST6ayfOtb3xoGSQ4++OBTE9d+ZhRJggG1Q2ubn/jEJ4ZrwKwd2LHxmMc8Zjj95ktf+tLwXFVGps0kIJOH6x3J1v587GMfK+973/vW9rfayIidKk1GdaQ9//mf/zksKw/q2T7xxBPLrW996yrZ8Pu3v/1ted7znrdhsGmYqPYj03OqwFTsEkhJ2ZmakzZ95CMfGbbzX//1X2tXleEooqyPkuDWyInaTtZmSUDkm9/8Zu1oGU7Ziemvf/3rcsQRRwz7J+VlpFTyGx9tkjd6ZdpTRsiMZFTbeclLXjKcclY7NLRJXyTIV5WTNmU7bUx/J/hTvyZBv6TJfVc/vtF2gi25JkGsuH/ve98rudfySX0zKimjZOrXp62HHXZY/dBw6lfuj7Q151OHD33oQ8OpWa973evKWc5ylmH6f/u3f5vLekPDzPxor4CaEyBAgMCagADNGoUNAgQIECAwX4GMOqgeRqucv/rVr1aba995KH7Vq15VEpCoDl7gAhcoCSjc6EY3KlkEtjpe/z7HOc5RMgoh19aPZ0pR1iqpH6u2M1Iko0aq/fvd737liU98YskIkOpY/fviF794ScDnete7Xv1wyYP2NFNU8tCfUTSZ6pN6j2S2YycLK7/2ta8t48GgT33qU5tOC9tx6U5/EhhLECnTlwaDwcj5tDMjc9785jePjKZJMCEjmKoAz8hFO3ay2G/WENqxufbndre7XUngLNPKBoPRcpLoCle4Qknw5mEPe1h21z4JpmSaT/p97eBpGwnsjI9Gybo8sUtfnJZsp6/LXvay5aijjir77rvvyLncB1kMeOTgFjuHHHLIcGpV/b4bDAblEpe4xHDNouryBIue9rSnVbvD79inz7JIcP36nMwImozAyRo2GV2TY8v4KIMAAQIECLRFQICmLT2lngQIECDQWYG8gSkPrfUGPupRjyqXutSl6ofW3R4MBsMpL9e4xjVGzmc6zsiBHTtZK2Q8QJRFZQeDnYMLO5Kv/cmUltRnMDg9XUb8bDRda+3C2kYe+m9729vWjuy8mXKyKPJgcHo5CQJMU04e/BNMWW96VlXiYDAYTntKm6pj+U4gKsGTbNc/GfEzHjTJyJiMdDnnOc9ZT7rTdoISCaIlyFI/+YY3vKGM90XOf/nLXx5501Hak4BS8sn5zT5nPvOZy4Mf/OCS6XVVutQ991e1v9V3FrbO25oGg9P7YKNrEkDMKKHqfN7KlRFRW923WccmdoPB1mVUefsmQIAAAQJ9EBCg6UMvayMBAgQIrEQga4OMjxYZnyKTimV0yZ3udKdhoCUPyAku3PzmN8+pUsrWXyknozXqKb/xjW/Ud4fbGbExPkJkkkVdc3HeeJQRFKlf1j25173uVc5+9rPn1JafXDPpQ3/KycijKtNMz9loWliVpv6d9WQSAKgfW297MBgM18BJ3arzv/jFL8rRRx9d7a59561Q9bVwBoPBcNTRuc997rU0m20kuJIgS4ItVbqM2Mmbqqr96jtrzGQaWNYcynZGUOXNR9X5rb6zNtF2/LKwdaaHbVVO7qOM6qmnSwAub5uqH9toO9PZbnzjG2902nECBAgQINBLAQGaXna7RhMgQKAmYHNhAhlRMD7NI+t8jBd4rnOdq2QdmKwnkrU+jj/++OF0kvF0293P9J56QCL5JXAwyVuZMgUp696kfqlnRsQkgJA8tvpM+tCffBLEGB+BsZ5Z0o5/cm2mHY0f32j/Yhe7WEkApH4+AZoEH+rHMropwa3q2G677TZctLnan+Q7QZbx6Vsf/ehHy/g0satc5SrlBS94wXDqVEYPvfWtbx0ZETNJWdtJc/WrX32i8jIVa3wR41ve8pYTXZv6ZbRP1uLJtg8BAgQIECBwqsAZTv3ykwABAosTkDOBvgrkIfbnP//5SPMzjWfkwBJ3BoNBudWtbjVSYhaezaiVO97xjsM1TMYDBiOJZ9yZ9KF/o+zXG3W0Xtq0I6OP1ju33rHBYFD23nvvkVNf+MIXSn1KUKaFffrTnx5Jk1EiGbU0cnCLnUw7Gg8GZXHk8ftji2wWfjpv8pqkkO9+97vlBz/4wVrSBBnTz2sHJthIf006CmuC7CQhQIAAAQKtFxCgaX0XakApBQIBAgRaIzA+gmXWimdER9ZmyXorWUcm35PklSBB1k+pp82iwRmpcbOb3axkZEMenJ/ylKeUjKz54x//WE860/b4KKKZMpngokzBmvaBPwGdBE+q7E8++eRSn1KVKVbji+zuuuuuVfKpvnNdvaxMc0ofTpXJOokzwihrwaTPbnCDG5S8fWmdZFseSt0mDTxldE99pFFGLyVIs2UhtQTnP//5y6SjsGqX2SRAgAABAp0VEKCZqGslIkCAAAEC0wvk4f5///d/Ry7MeiQjB7bYOeWUU0pGkGRa0TOe8YySkS4JKmTdmgR7Mk3kAx/4QEmQZYushqezbsr//b//t5znPOcZ7q/3Iw/7j370o0vWtUnAZr/99ispI4GA9dJvdSz5bJVmHufzJqNp80n7MhWtui4BqXrgIW1OH1Tn811f4yX7k37Gy5r0uqRLQC4je7IWTt5A9YhHPGI4+idBkdQ/QbX02XprD+X6ST7JJ3WcJG3uyXq6rFuTKXT1Y1ttJ32u2yqd8wQIECBAYLkCqytNgGZ19komQIAAgY4L5E1K9Yf9NPfSl750vjb85EE8b/e55z3vWc52trMNF+K9zGUuU25zm9uUgw8+uGSky6wjJKpC88anTOVJntWxjb4ToHjLW95SMkrnTGc6U7nf/e5XxkeUbHTtso/PMlLnfOc7X5l01Mi82/Pb3/62bDaCJvZHHnlk2WOPPYZruySolsWDs6D0M5/5zPLhD3+4NG2K1LyN5EeAAIFOCmgUgQ0EBGg2gHGYAAECBAhsVyCBlnoemX7zd3/3d/VDI9tZgHffffctmQrz6le/umT9k5EEG+zssssuZfxtURskXTucRX/f8Y53DKfDPPShDy3JY+3kBhsZpZPRN1e+8pVLXrG8QbJWHc4Ip4yaWUWlN5pSlCBdfC9/+cuXvO3oE5/4xMQjpDK6J6OrVtEeZRIg0BwBNSFAoJ0CAjTt7De1JkCAAIGGC2RaTB6s69XMdI5MS6ofq7aPO+64cp3rXKe8853vrA6t+53RHhlFcdBBB5X3vve9JeuYZBTFPvvss276rQ6mTs9+9rPLz372s5KFX1/ykpeUvKZ6s4f8lJlAUkbhbJX/Ms/PEmiJ3aSvGp93W9abUpTgzKGHHjp8u9S3v/3tTYu8wAUuUPLK86c//eklCxlnSl3erJTg26YXOklg+wJyIECAAIEFCAjQLABVlgQIECBAIK/K/uIXvzgCkcBH1oAZObhj55e//GV54AMfWE488cQde6f/yQKqWWskr3lOUCQjWBJIOeaYY0rWo8mivuvld3oOk28NBoNysYtdrBx44IHDh/28zSlvGUr5GZUxntMvfvGL8opXvKIkoDB+blX7s6y/kqBGRtFUdc5IpATBqv2sGZSpZtV+vjeblpTzG30SDEp51flMycoommo/31ljJlPZ0tfZrz5XvepVSwI3X/7yl8uvf/3roXvqkbWJ0ke5tzIFrUq/6O/xdYUS3Eu9pik3U7g2HiU2TU7SEiBAgACBbggI0HSjH7WCAAECBBomcPjhh5cEMerVypovg8Ggfmi4/b73va987GMfG25XPxIoyRo2GR2x1157lQRiBoOdr63Sz/s7gYlMtUr5mXp11FFH7TQNKvXO23zmXfas+eW1z1m52aoAABAASURBVBM/8J9WSBZErq8TlNEn9QBNgjMX2xG4Oi358Ouzn/3s8HvaH1/60peGgZXqugTg8iajaj/1eN7znleyNk11LP2QdYeOPfbY8i//8i8liwGnTtX5VX2n3vUFhRNATMBomvokYJV7a5prpCVAgAABAl0WEKDpcu9qGwECBAisRCAjYd7whjeMlH25y12uZGrSyMEdO3koTzBnx+ban2te85rlyU9+cqk/AK+dXGcjIxe+853vrHNm9NDXvva14cibffbZp2RUTN4IlfJHU+28NxgMhosEP/e5zx05+cMf/rA06QE7wZYf/ehHI3XcbCdtP/roo0eSJABSX48no1IyeqWeKCOjElyoH9tqO2V98pOfHEmWe+Kc5zzn2rEs/jxen4ymud3tblcGg8mCc+mPk08+eS3PRW1kLaVMsaryT1Ap06uq/Um+M0Ir99AkaaUhQIAAAQJ9EBCg6UMvayMBAl0U0KaGCmTaxpOe9KTyrW99a6SG+++/f8kbg0YO7thJcCUjZXZsrv3ZfffdhyNm1g5ssZHr87C7RbLyzW9+c/gmqHe9613DNzFl3ZJpAhpXutKVylnOcpatilnZ+TzsZ4rQpBX4+te/XjIyqJ4+b6saDEaDITe4wQ1GAiSf//znS6ad1a/bajtBnYw4qqe7/vWvXxIAqo5lBEpGolT7g8Gg7LnnniNlV+c2+k6f1qdRbZRuu8fPe97zltS/ns+b3vSmkrWX6sc22k7AKuk3Ou84AQIECBDoo4AATR97XZsJTCQgEQEC0wpkPZaMMjnssMNGLs1Iibvc5S4jx6qdLGyb0QfVfr7H93Nso08CQk984hPL+HSq9dJndEimplTnEtiZJtCQKUT1umUq0HpBpyr/VXwfcsghZZJpV3HL4sh1t/RTgjHj9c6IpqzxUh1PPz/taU8rP/3pT6tDm36nrEwVq9tllM4tbnGLkeuy7k/uh+pgysm11f5W3wkKPuUpT9kq2VzODwaDkhFYg8Hpwaz/+I//KFkTZ5ICPvWpT5W8RWyStNIQIECAAIG+CAjQ9KWnm9hOdSJAgECHBPKwnlEymZJSb1behpSgQdY2qR+vtjONqT5VJMcTNDn++OOzueknIyUe8IAHlLe97W07pcsIhTzg109kWspee+1VP1Ry/SSjTrKQ8bOe9ayRazPSpx7wGTm5op1Mc3rUox5VYrNRFRIESVte/epXjyRJ/60XcMo0pJyrJ846NHe9611LXOrHx7cTYPk//+f/7NRH++23X0lAqJ4+a9KMry+T9WeSRz3detsJzuyzzz7DkVHj5ye5fvyaSfYzumc8yJT76UMf+tCml6eu97rXvUp9ceZNL3CSAAECBAj0RKDTAZqe9KFmEiBAgMAKBDKVIyNQEhzJQ2qmfLz2ta/dqSZPfepTy21ve9udjlcHznrWs5Y99tij2h1+Zz2ZLCj81a9+dbg//iMP3BmpkClHL33pS8dPD/cz2mV8wdy8MSgLzf7VX/3VME1+ZATJjW50o5I1c5Jvjo1/Uo8EduoLGSfwlIWMk+d4+lXv5+1St7rVrUreLDRelwTSDjjggJIgTv3c9a53vXLf+963fmhkO8GYONUPZnrUbrvtVj7ykY+MLP5bpclbpfbee++SkTrVsXxf+tKXLo985CPLuF0WIx5/O1KCSA960IPKr371q1y60yftyQiqXJfg1E4JdhzI1LYdX3P/k+DiYx/72JHFo3M/3fzmNx+udTQeJEtgLGbXvva1h9Pt5l4hGRIgQIBArwW60PgzdKER2kCAAAECBOYlkGkaZz/72YfrfgwGgw2/kyYP1He4wx3Ke9/73vKnP/1ppyo87GEPKw95yEOGeex0snYgD//jo2iOO+64krcoXehCFxpOJbnPfe5TMurgyle+8nDdkgRwvv3tb6/lcqlLXWqknDwMj4+gSeIEg/75n/85m2ufPPynDgkWZVRMysonIzLOda5zDeuR+qxdsGMjdUnQZsdmY/7c7GY3W1sj58Mf/nC5xCUuMRylkrqmPZmqdJ7znKeMB9IucpGLlBe84AUlI2U2akxGtmTqWoIr9TTpgxve8IYl90O8Uk6m/mQkzuUud7ny0Y9+tJ58GMx4/etfXy560YuOHM9Oyr///e+fzZHPi1/84pLpZOn7qi0pI/dG2vP4xz++VMG1vPVpPO/cCyMZznEnU79e/vKXlwTsqmxTl4wkS3sSoIpJbLKfPqqvs1Nd45sAAQItEFBFAgsXOMPCS1AAAQIECBDomUAekp///OeXrDuS7a2an+DKi170orJe2iwcm2kuCQ688pWvLF/+8pdHgkG5JmW95S1vKQkiVGVl9Mh6028Gg8HwDVEJyFRpq+88WGeR2ZSVTxYTXu9tRfvvv3/JWjspu7q2Cd9ZtDbm9WBBRrHELe1Z7y1DCaK8//3vL1e96lW3bEICHxktkxEg44kzWileKSf9td46OJe85CWHiwsnqDF+fbWfwMt6I3kSAEzfV21JGbk3quvynfw/8YlPlAc+8IHZXftkZM16wbq1BNvcyAixjFqquyfL3E8JlMUkNjHK8epzpzvdad03m1XnfRPon4AWEyDQdwEBmr7fAdpPgAABAnMTyANqphCdcMIJw4fkM57xjBPnnYfcD37wgyUP2ZNelEBJpkPlgTzry2QkSHVtpjgde+yx1e7Id0bKZOrMC1/4wolf5Z0MskbKG9/4xpIRE8kjx5r0GQwG5X73u19JMOAc5zjHllXLaJUEpC5/+ctvmbZKkLWEEnR4xjOeMbFdAll5s1fe5LRVIChpM5on+We7Knez77Q11ySAk1FCGWkzGAzWLknQZjyYs3ZyDhuDwaDkXqzK3yrLtCtBxYwMqr/FaqvrnJ+DgCwIECBAoNECAjSN7h6VI0CAAIEmC2Ra0rWuda3yuMc9rmTR2LyF59BDDy05Pku9s+jq1772tfLud7+77LvvviUBkXo+meaS6TQJkGSayKte9aqSgEHSnPvc5y7jbyDKVJqMYsj58U+CRwlQZJRNRpDc4x73KBe72MVGpqok4JRjOffxj3+8JOiTUQ+5djy/puwPBoNyy1vespx44oklCwFnnZ60o6pfAmCPfvSjy/e+972SAFWCG9W5Sb+z9spBBx1UTj755JKRLOv1Vfoux3M+o5Ae85jHlEmDWglgJP+TTjqpPO95zxuOMhm/NgG59Ev6LvdCFudNvcqO/9Lmy172sju2Tv2TgGEWnj51b3E/sw5O3s6UgFBGAsWgKi19kHqlT9KuBBWbfB9V9fZNgAABAgSWKSBAs0xtZREgQIBAowQyJejoo48umf4xyyejEo455pjyhCc8oVzjGtdYd4rStA3Ow3kWuD388MOHr4uu1+tnP/tZyRtysg5JAjL1vAeDQck0qXr6BAeSXz3d+HbO3/jGNy4ZUZNpUVmvpMoj2zmWc9e97nUnat96pmnPeLkb7a93fdYzOS39yFfyreqa73q6BF6yBtCXvvSlknbkfD55g1DeqlUfbTSS6RQ7CZrc/va3L+v1VaY45XjOJ90U2a4lTR9ngeDcY1mUOvWvPgm6pF/Sd+nDtYt2bGT9mwT6qrT5Xm9KWwKJySfn88kUpCx6vCOLmf8k6HKd61ynvPnNbx65f9MH6Yv0SdqVAsb7OnVJnXLOhwABAgQI9FFAgKaPva7NBAgQILCBgMMECBAgQIAAAQIEViMgQLMad6USINBXAe0mQIAAAQIECBAgQIDAOgICNOugOESgzQLqToAAAQIECBAgQIAAAQLtExCgaV+frbrGyidAgAABAgQIECBAgAABAgTmLNDAAM2cWyg7AgQIECBAgAABAgQIECBAoIECqlQXEKCpa9gmQIAAAQIECBAgQIAAge4IaAmBFgkI0LSos1SVAAECBAgQIECAAIFmCagNAQIE5iUgQDMvSfkQIECAAAECBAgQmL+AHAkQIECgJwICND3paM0kQIAAAQIECKwv4CgBAgQIECDQBAEBmib0gjoQIECAAIEuC2gbAQIECBAgQIDAlgICNFsSSUCAAAECTRdQPwIECBAgQIAAAQJtFxCgaXsPqj8BAssQUAYBAgQIECBAgAABAgQWKiBAs1BemROYVEA6AgQIECBAgAABAgQIEOizgABNX3pfOwkQIECAAAECBAgQIECAAIHGCswtQNPYFqoYAQIECBAgQIAAAQIECBAgMDcBGS1GQIBmMa5yJUCAAAECBAgQIECAAIHZBFxFoJcCAjS97HaNJkCAAAECBAgQINBnAW0nQIBA8wQEaJrXJ2pEgAABAgQIECDQdgH1J0CAAAECUwoI0EwJJjkBAgQIECBAoAkC6kCAAAECBAh0S0CAplv9qTUECBAgQGBeAvIhQIAAAQIECBBYooAAzRKxFUWAAAECdQHbBAgQIECAAAECBAhUAgI0lYRvAgS6J6BFBAgQIECAAAECBAgQaImAAE1LOko1mymgVgQIECBAgAABAgQIECBAYB4CAjTzUFxcHnImQIAAAQIECBAgQIAAAQIEui9QBGh60MmaSIAAAQIECBAgQIAAAQJ9F9D+pgsI0DS9h9SPAAECBAgQIECAAAECbRBQRwIEtiUgQLMtPhcTIECAAAECBAgQILAsAeUQIECgywICNF3uXW0jQIAAAQIECBCYRkBaAgQIECCwMgEBmpXRK5gAAQIECBDon4AWEyBAgAABAgTWFxCgWd/FUQIECBAg0E4BtSZAgAABAgQIEGilgABNK7tNpQkQILA6ASUTIECAAAECBAgQIDB/AQGa+ZvKkQCB7Qm4mgABAgQIECBAgAABAr0TEKDpXZdrcCkMCBAgQIAAAQIECBAgQIBAswQEaBbRH/IkQIAAAQIECBAgQIAAAQIEui8wxxYK0MwRU1YECBAgQIAAAQIECBAgQGCeAvLqj4AATX/6WksJECBAgAABAgQIECAwLmCfAIGGCAjQNKQjVIMAAQIECBAgQIBANwW0igABAgQmERCgmURJGgIECBAgQIAAgeYKqBkBAgQIEOiAgABNBzpREwgQIECAAIHFCsidAAECBAgQILBoAQGaRQvLnwABAgQIbC0gBQECBAgQIECAQM8FBGh6fgNoPgECfRHQTgIECBAgQIAAAQIEmiwgQNPk3lE3Am0SUFcCBAgQIECAAAECBAgQmFlAgGZmOhcuW0B5BAgQIECAAAECBAgQIECgqwICNKf3rC0CBAgQIECAAAECBAgQIECg+wKNbKEATSO7RaUIECBAgAABAgQIECBAoL0Cak5gegEBmunNXEGAAAECBAgQIECAAIHVCiidAIHOCQjQdK5LNYgAAQIECBAgQIDA9gXkQIAAAQLLFRCgWa630ggQIECAAAECBE4V8JMAAQIECBCoCQjQ1DBsEiBAgAABAl0S0BYCBAgQIECAQHsEBGja01dqSoAAAQJNE1AfAgQIECBAgAABAnMSEKCZE6RsCBAgsAgBeRIgQICOn5e1AAAQAElEQVQAAQIECBAg0A8BAZp+9LNWEthIwHECBAgQIECAAAECBAgQaICAAE0DOqHbVdA6AgQIECBAgAABAgQIECBAYCuB9gdotmqh8wQIECBAgAABAgQIECBAgED7BTreAgGajnew5hEgQIAAAQIECBAgQIDAZAJSEVilgADNKvWVTYAAAQIECBAgQIBAnwS0lQABAhsKCNBsSOMEAQIECBAgQIAAgbYJqC8BAgQItFVAgKatPafeBAgQIECAAIFVCCiTAAECBAgQWIiAAM1CWGVKgAABAgQIzCrgOgIECBAgQIBAHwUEaPrY69pMgACBfgtoPQECBAgQIECAAIHGCQjQNK5LVIgAgfYLaAEBAgQIECBAgAABAgSmExCgmc5LagLNEFALAgQIECBAgAABAgQIEOiUgABNp7pzfo2REwECBAgQIECAAAECBAgQILA8gVUFaJbXQiURIECAAAECBAgQIECAAAECqxJQ7oQCAjQTQklGgAABAgQIECBAgAABAk0UUCcC3RAQoOlGP2oFAQIECBAgQIAAAQKLEpAvAQIEliAgQLMEZEUQIECAAAECBAgQ2EzAOQIECBAgIEDjHiBAgAABAgQIdF9ACwkQIECAAIGGCwjQNLyDVI8AAQIECLRDQC0JECBAgAABAgS2IyBAsx091xIgQIDA8gSURIAAAQIECBAgQKDDAgI0He5cTSNAYDoBqQkQIECAAAECBAgQILAqAQGaVckrt48C2kyAAAECBAgQIECAAAECBNYVEKBZl6WtB9WbAAECBAgQIECAAAECBAgQaKPAdAGaNrZQnQkQIECAAAECBAgQIECAAIHpBKReuoAAzdLJFUiAAAECBAgQIECAAAECBAgQGBUQoBn1sEeAAAECBAgQIECAQDcEtIIAAQKtEhCgaVV3qSwBAgQIECBAgEBzBNSEAAECBAjMT0CAZn6WciJAgAABAgQIzFdAbgQIECBAgEBvBARoetPVGkqAAAECBHYWcIQAAQIECBAgQKAZAgI0zegHtSBAgEBXBbSLAAECBAgQIECAAIEJBARoJkCShACBJguoGwECBAgQIECAAAECBNovIEDT/j7UgkULyJ8AAQIECBAgQIAAAQIECCxYQIBmwcCTZC8NAQIECBAgQIAAAQIECBAg0H2BzVooQLOZjnMECBAgQIAAAQIECBAgQKA9AmraYgEBmhZ3nqoTIECAAAECBAgQIEBguQJKI0BgUQICNIuSlS8BAgQIECBAgAABAtMLuIIAAQI9FRCg6WnHazYBAgQIECBAoK8C2k2AAAECBJooIEDTxF5RJwIE1hUYDAZlMPAZDBgMBgwGAwaDQWMN/F2lb9wDDboH1v0/FQ4SIECggQICNA3sFFUiQIAAAQKbCzhLgAABAgQIECDQNQEBmq71qPYQIEBgHgLyIECAAAECBAgQIEBgqQICNEvlVhgBApWAbwIECBAgQIAAAQIECBA4XUCA5nQLW90S0BoCBAgQIECAAAECBAgQINAaAQGambvKhQQIECBAgAABAgQIECBAgED3BZbTQgGa5TgrhQABAgQIECBAgAABAgQIrC/gKIEdAgI0OxD8IUCAAAECBAgQIECAQJcFtI0AgeYLCNA0v4/UkECfBAY7GutTCgMG7oHp74Ey9h/D4u+SUhiUsjSDNv/OFf8RIECgCQICNE3oBXUgQIAAAQIECBDYQsBpAgQIECDQbQEBmm73r9YRIECAAAECkwpIR4AAAQIECBBYoYAAzQrxFU2AAAEC/RLQWgIECBAgQIAAAQIbCQjQbCTjOAECBNonoMYECBAgQIAAAQIECLRUQICmpR2n2gRWI6BUAgQIECBAgAABAgQIEFiEgADNIlTlObuAKwkQIECAAAECBAgQIECAQA8Feheg6WEfazIBAgQIECBAgAABAgQIEOidQNsaLEDTth5TXwIECBAgQIAAAQIECBBogoA6EJirgADNXDllRoAAAQIECBAgQIAAgXkJyIcAgT4JCND0qbe1lQABAgQIECBAgEBdwDYBAgQINEZAgKYxXaEiBAgQIECAAIHuCWgRAQIECBAgMJmAAM1kTlIRIECAAAECzRRQKwIECBAgQIBAJwQEaDrRjRpBgAABAosTkDMBAgQIECBAgACBxQsI0CzeWAkECBDYXMBZAgQIECBAgAABAgR6LyBA0/tbAEAfBLSRAAECBAgQIECAAAECBJotIEDT7P5pS+3UkwABAgQIECBAgAABAgQIENiGQEsCNNtooUsJECBAgAABAgQIECBAgACBlgj0t5oCNP3tey0nQIAAAQIECBAgQIBA/wS0mEBDBQRoGtoxqkWAAAECBAgQIECAQDsF1JoAAQKzCAjQzKLmGgIECBAgQIAAAQKrE1AyAQIECHRQQICmg52qSQQIECBAgACB7Qm4mgABAgQIEFi2gADNssWVR4AAAQIECJTCgAABAgQIECBAYERAgGaEww4BAgQIdEVAOwgQIECAAAECBAi0SUCApk29pa4ECDRJQF0IECBAgAABAgQIECAwNwEBmrlRyojAvAXkR4AAAQIECBAgQIAAAQJ9ERCg6UtPr9dOxwgQIECAAAECBAgQIECAAIFGCCw0QNOIFqoEAQIECBAgQIAAAQIECBAgsFABmW9fQIBm+4ZyIECAAAECBAgQIECAAIHFCsidQOcFBGg638UaSIAAAQIECBAgQIDA1gJSECBAYLUCAjSr9Vc6AQIECBAgQIBAXwS0kwABAgQIbCIgQLMJjlMECBAgQIAAgTYJqCsBAgQIECDQXgEBmvb2nZoTIECAAIFlCyiPAAECBAgQIEBgQQICNAuClS0BAgQIzCLgGgIECBAgQIAAAQL9FBCg6We/azWB/gpoOQECBAgQIECAAAECBBooIEDTwE5RpXYLqD0BAgQIECBAgAABAgQIEJhWQIBmWrHVp1cDAgQIECBAgAABAgQIECBAoGMC6wRoOtZCzSFAgAABAgQIECBAgAABAgTWEXCoSQICNE3qDXUhQIAAAQIECBAgQIBAlwS0hQCBiQUEaCamkpAAAQIECBAgQIAAgaYJqA8BAgS6IiBA05We1A4CBAgQIECAAIFFCMiTAAECBAgsRUCAZinMCiFAgAABAgQIbCTgOAECBAgQIECgFAEadwEBAgQIEOi6gPYRIECAAAECBAg0XkCApvFdpIIECBBovoAaEiBAgAABAgQIECCwPQEBmu35uZoAgeUIKIUAAQIECBAgQIAAAQKdFhCg6XT3atzkAlISIECAAAECBAgQIECAAIHVCQjQLMteOQQIECBAgAABAgQIECBAgED3BWZsoQDNjHAuI0CAAAECBAgQIECAAAECqxBQZjcFBGi62a9aRYAAAQIECBAgQIAAgVkFXEeAwAoEBGhWgK5IAgQIECBAgAABAv0W0HoCBAgQGBcQoBkXsU+AAAECBAgQINB+AS0gQIAAAQItExCgaVmHqS4BAgQIECDQDAG1IECAAAECBAjMU0CAZp6a8iJAgAABAvMTkBMBAgQIECBAgECPBARoetTZmkqAAIFRAXsECBAgQIAAAQIECDRFQICmKT2hHgS6KKBNBAgQIECAAAECBAgQIDCRgADNREwSNVVAvQgQIECAAAECBAgQIECAQBcEBGg270VnCRAgQIAAAQIECBAgQIAAge4LrLyFAjQr7wIVIECAAAECBAgQIECAAIHuC2ghgc0FBGg293GWAAECBAgQIECAAAEC7RBQSwIEWi0gQNPq7lN5AgQIECBAgAABAssTUBIBAgQILE5AgGZxtnImQIAAAQIECBCYTkBqAgQIECDQWwEBmt52vYYTIECAAIE+CmgzAQIECBAgQKCZAgI0zewXtSJAgACBtgqoNwECBAgQIECAAIEZBARoZkBzCQECBFYpoGwCBAgQIECAAAECBLonIEDTvT7VIgLbFXA9AQIECBAgQIAAAQIECCxZQIBmyeCKi4APAQIECBAgQIAAAQIECBAgUBfoZoCm3kLbBAgQIECAAAECBAgQIECAQDcFOtQqAZoOdaamECBAgAABAgQIECBAgMB8BeRGYFkCAjTLklYOAQIECBAgQIAAAQIEdhZwhAABAkMBAZohgx8ECBAgQIAAAQIEuiqgXQQIECDQBgEBmjb0kjoSIECAAAECBJosoG4ECBAgQIDAtgUEaLZNKAMCBAgQIEBg0QLyJ0CAAAECBAh0XUCApus9rH0ECBAgMImANAQIECBAgAABAgRWKiBAs1J+hRMg0B8BLSVAgAABAgQIECBAgMDGAgI0G9s4Q6BdAmpLgAABAgQIECBAgAABAq0VEKBpbdctv+JKJECAAAECBAgQIECAAAECBBYj0KQAzWJaKFcCBAgQIECAAAECBAgQIECgSQLqso6AAM06KA4RIECAAAECBAgQIECAQJsF1J1A+wQEaNrXZ2pMgAABAgQIECBAgMCqBZRPgACBOQsI0MwZVHYECBAgQIAAAQIE5iEgDwIECBDol4AATb/6W2sJECBAgAABApWAbwIECBAgQKBBAgI0DeoMVSFAgAABAt0S0BoCBAgQIECAAIFJBQRoJpWSjgABAgSaJ6BGBAgQIECAAAECBDoiIEDTkY7UDAIEFiMgVwIECBAgQIAAAQIECCxDQIBmGcrKILCxgDMECBAgQIAAAQIECBAgQKAI0HT+JtBAAgQIECBAgAABAgQIECBAoOkC2w/QNL2F6keAAAECBAgQIECAAAECBAhsX0AOCxUQoFkor8wJECBAgAABAgQIECBAYFIB6Qj0WUCAps+9r+0ECBAgQIAAAQIE+iWgtQQIEGisgABNY7tGxQgQIECAAAECBNonoMYECBAgQGA2AQGa2dxcRYAAAQIECBBYjYBSCRAgQIAAgU4KCNB0sls1igABAgQIzC7gSgIECBAgQIAAgeULCNAs31yJBAgQ6LuA9hMgQIAAAQIECBAgMCYgQDMGYpcAgS4IaAMBAgQIECBAgAABAgTaJSBA067+UtumCKgHAQIECBAgQIAAAQIECBCYo4AAzRwx55mVvAgQIECAAAECBAgQIECAAIHuC1QtFKCpJHwTIECAAAECBAgQIECAAIHuCWhRSwQEaFrSUapJgAABAgQIECBAgACBZgqoFQEC8xAQoJmHojwIECBAgAABAgQIEFicgJwJECDQAwEBmh50siYSIECAAAECBAhsLuAsAQIECBBYtYAAzap7QPkECBAgQIBAHwS0kQABAgQIECCwqYAAzaY8ThIgQIAAgbYIqCcBAgQIECBAgECbBQRo2tx76k6AAIFlCiiLAAECBAgQIECAAIGFCQjQLIxWxgQITCsgPQECBAgQIECAAAECBPoqIEDT157vZ7u1mgABAgQIECBAgAABAgQINFJAgGau3SIzAgQIECBAgAABAgQIECBAoPsC82+hAM38TeVIgAABAgQIECBAgAABAgS2J+Dq3gkI0PSurNi3AwAAEABJREFUyzWYAAECBAgQIECAAAECpTAgQKBZAgI0zeoPtSFAgAABAgQIECDQFQHtIPD/2bsLeGmu+m7gZ+GFlgIhQHFLIEAoFtwhuBcnWCFIAxRrixQp7u5FggSXAKVQCMGaYsXdC8UpxYsVC7z72zxzn9l59t67e+/KzOw3nzvPjh75ntmbnf895ywBAgRmEBCgmQHLqQQIECBAgAABAgQItElAWQgQINAfAQGa/rSlmhAgQIAAAQIECMxbQHoECBAgQGBJAgI0S4KWDQECBAgQIEBgkoB9BAgQIECAAIEICNBEwUKAAAECBPoroGYECBAgQIAAAQIdEBCg6UAjKSIBAgTaLaB0BAgQIECAAAECBAjsVkCAZreCridAYPECciBAgAABAgQIECBAgEDPBQRoet7AqjedgLMIECBAgAABAgQIECBAgMAqBQRolqMvFwIECBAgQIAAAQIECBAgQKD/AjuuoQDNjulcSIAAAQIECBAgQIAAAQIEli0gv74KCND0tWXViwABAgQIECBAgAABAjsRcA0BAisREKBZCbtMCRAgQIAAAQIECKyvgJoTIECAwL4CAjT7mthDgAABAgQIECDQbQGlJ0CAAAECnRMQoOlckykwAQIECBAgsHoBJSBAgAABAgQIzFdAgGa+nlIjQIAAAQLzEZAKAQIECBAgQIDAWgkI0KxVc6ssAQIE9gpYI0CAAAECBAgQIECgPQICNO1pCyUh0DcB9SFAgAABAgQIECBAgACBKQUEaKaEclobBZSJAAECBAgQIECAAAECBAj0Q0CAZqt2dIwAAQIECBAgQIAAAQIECBDov0ALaihA04JGUAQCBAgQIECAAAECBAgQ6LeA2hHYTkCAZjshxwkQIECAAAECBAgQINB+ASUkQKDjAgI0HW9AxSdAgAABAgQIECCwHAG5ECBAgMAiBQRoFqkrbQIECBAgQIAAgekFnEmAAAECBNZYQIBmjRtf1QkQIECAwLoJqC8BAgQIECBAoK0CAjRtbRnlIkCAAIEuCigzAQIECBAgQIAAgR0JCNDsiM1FBAgQWJWAfAkQIECAAAECBAgQ6KOAAE0fW1WdCOxGwLUECBAgQIAAAQIECBAgsHQBAZqlk8uQAAECBAgQIECAAAECBAgQIDAu0McAzXgNbREgQIAAAQIECBAgQIAAAQJ9FOhVnQRoetWcKkOAAAECBAgQIECAAAEC8xOQEoHlCQjQLM9aTgQIECBAgAABAgQIEBgXsEWAAIE9AgI0eyC8ECBAgAABAgQIEOijgDoRIECAQDcEBGi60U5KSYAAAQIECBBoq4ByESBAgAABAnMQEKCZA6IkCBAgQIAAgUUKSJsAAQIECBAg0H8BAZr+t7EaEiBAgMB2Ao4TIECAAAECBAgQWLGAAM2KG0D2BAish4BaEiBAgAABAgQIECBAYCsBAZqtdBwj0B0BJSVAgAABAgQIECBAgACBDgsI0HS48ZZbdLkRIECAAAECBAgQIECAAAECixJoT4BmUTWULgECBAgQIECAAAECBAgQINAeASWZKCBAM5HFTgIECBAgQIAAAQIECBDoqoByE+iigABNF1tNmQkQIECAAAECBAgQWKWAvAkQIDB3AQGauZNKkAABAgQIECBAgMBuBVxPgAABAusmIECzbi2uvgQIECBAgACBCFgIECBAgACBVgkI0LSqORSGAAECBAj0R0BNCBAgQIAAAQIEphcQoJneypkECBAg0C4BpSFAgAABAgQIECDQGwEBmt40pYoQIDB/ASkSIECAAAECBAgQIEBgOQICNMtxlguByQL2EiBAgAABAgQIECBAgACBoYAAzRChzz/qRoAAAQIECBAgQIAAAQIECLRfYLcBmvbXUAkJECBAgAABAgQIECBAgACB3Qq4fsECAjQLBpY8AQIECBAgQIAAAQIECEwj4BwC6y0gQLPe7a/2BAgQIECAAAECBNZHQE0JECDQYgEBmhY3jqIRIECAAAECBAh0S0BpCRAgQIDATgUEaHYq5zoCBAgQIECAwPIF5EiAAAECBAj0VECApqcNq1oECBAgQGBnAq4iQIAAAQIECBBYhYAAzSrU5UmAAIF1FlB3AgQIECBAgAABAgT2ERCg2YfEDgIEui6g/AQIdFLgGsNSP2gXy/DSsZ/dpJWyjCVmgwABAgQIECCwaAEBmkULS7+PAupEgAABAvMXePswycsPl0ftcBleNvaz03RShpRlLDEbBAgQIECAAIFFCwjQLFp4R+m7iAABAgQIrKXAU1pQ6zaUoQUMikCAAAECBAgsR2BvLgI0ey2sESBAgAABAqsVeMcw+7cNl1X9JO+UYVX5y5cAAQIECMxfQIqdERCg6UxTKSgBAgQIEFgLgVX2YFll3mvRuCpJgEA/BdSKAIH5CAjQzMdRKgQIECBAgMB8BNKDJT1Z5pPa9Kkkz+Q9/RXOJEBgWQLyIUCAwFoICNCsRTOrJAECBAgQ6JTAKnqyrCLPTjVKvwurdgQIECBAYPUCAjSrbwMlIECAAAECBMYF0pMlPVrG9y5uK3klz8XlIGUCBAgQIECAwDYCAjTbADlMgAABAgS6INDDMi6zR8sy8+phU6kSAQIECBAgMA8BAZp5KEqDAAEC/RdQQwLLFkiPlvRsWXS+ySN5LTof6RMgQIAAAQIEthQQoNmSx0ECBJYnICcCBAjsI7CMni3LyGOfitlBgAABAgQIEGgKCNA0RWz3V0DNCBAgQKBrAunZkh4uiyp30k4ei0pfugQIECBAgACBqQUEaKam2v5EZxAgQIAAAQJzF1hkD5dFpj13CAkSIECAAAEC7RFYREkEaBahKk0CBAgQIEBgXgLp4ZKeLvNKr0onaSbtatsrAQIECBBok4CyrKGAAM0aNroqEyBAgACBjgksoqfLItLsGKviEiCw3gJqT4BA2wQEaNrWIspDgAABAgQINAXS0yU9Xpr7d7qdtJLmTq93HQEC0wg4hwABAgRmEhCgmYnLyQQIECBAgMCKBObZ42Weaa2IQ7YRsBAgQIAAgT4JCND0qTXVhQABAgQI9FcgPV7S82W3NUwaSWuadJxDgAABAgQIEFiagADN0qhlRIAAAQIEmgK2ZxSYR8+XeaQxY7GdToAAAQIECBDYXkCAZnsjZxAgQKC7AkpOoF8C6fmSHjA7rVWuTRo7vd51BAgQIECAAIGFCQjQLIxWwgTWQ0AtCRAgsGSB3fSA2c21S66m7AgQIECAAIF1ExCgWbcW7159lZgAAQIECNQF0gMmPWHq+6ZZzzW5dppznUOAAAECBAgQWLqAAE1ZurkMCRAgQIAAgd0J7KQnzE6u2V0pXU2AAAECBAi0TKDdxRGgaXf7KB0BAgQIECCwr0B6wqRHzL5HJu/Jublm8lF7CRAgQIDAvASkQ2AXAgI0u8BzKQECBAgQILAygVl6xMxy7soqJGMCBAhMI+AcAgT6KyBA09+2VTMCBAgQINBngfSISc+Y7eqYc3Luduc5ToDACQL+JUCAAIEVCQjQrAhetgQIECBAgMCuBabpGTPNObsuiARmEXAuAQIECBAgMElAgGaSin0ECBAgQIBAFwTSMyY9ZMbLuncrx3LO3j3WCBAgQIAAAQItFRCgaWnDKBYBAgQItFdAyVolsFUPma2OtaoSCkOAAAECBAgQEKBxD6ybwB+HFbaUwqDdBtpH+7gHpr8H3j78vb7ZT46xnN6SFSv3gHugjffAZr/j7SfQOwEBmt41qQoRmEbAOQQIECBAgAABAgQIECDQJgEBmja1Rp/Koi4ECBAgQIAAAQIECBAgQIDA1AKdDdBMXUMnEiBAgAABAgQIECBAgAABAp0VWJeCC9CsS0urJwECBAgQIECAAAECBAhMErCPQCsEBGha0QwKQYAAAQIECBAgQIBAfwXUjAABAtsLCNBsb+QMAgQIECBAgAABAu0WUDoCBAgQ6LyAAE3nm1AFCBAgQIAAAQKLF5ADAQIECBAgsFgBAZrF+kq9YwJ//OMfi4WBe8A94B5YyT3g96//B7kH3APugTW8Bzr2uKC4BBYqIECzUF6JEyBAgEB7BJSEAAECBAgQIECAQHsFBGja2zZKRoBA1wSUlwABAgQIECBAgAABAjsUEKDZIZzLCKxCQJ4ECBAgQIAAAQIECBAg0E8BAZp+tutOa+U6AgQIECBAgAABAgQIECBAYAUCSw7QrKCGsiRAgAABAgQIECBAgAABAgSWLCC7WQUEaGYVcz4BAgQIECBAgAABAgQIrF5ACQj0TECApmcNqjoECBAgQIAAAQIECMxHQCoECBBYpoAAzTK15UWAAAECBAgQIEBgr4A1AgQIECCwISBAs0FhhQABAgQIECDQNwH1IUCAAAECBLoiIEDTlZZSTgIECBAg0EYBZSJAgAABAgQIEJiLgADNXBglQoAAAQKLEpAuAQIECBAgQIAAgXUQEKBZh1ZWRwIEthJwjAABAgQIECBAgAABAisXEKBZeRMoQP8F1JAAAQIECBAgQIAAAQIECGwtIECztU83jiolAQIECBAgQIAAAQIECBAg0GmBqQI0na6hwhMgQIAAAQIECBAgQIAAAQJTCThpdQICNKuzlzMBAgQIECBAgAABAgTWTUB9CRDYRECAZhMYuwkQIECAAAECBAgQ6KKAMhMgQKCbAgI03Ww3pSZAgAABAgQIEFiVgHwJECBAgMACBARoFoAqSQIECBAgQIDAbgRcS4AAAQIECKyfgADN+rW5GhMgQIAAAQIECBAgQIAAAQItExCgaVmDKA4BAgT6IaAWBAgQIECAAAECBAjMIiBAM4uWcwkQaI+AkhAgQIAAAQIECBAgQKBHAgI0PWpMVZmvgNQIECBAgAABAgQIECBAgMCyBARoliW9bz72ECBAgAABAgQIECBAgAABAv0XmKqGAjRTMTmJAAECBAgQIECAAAECBAi0VUC5+iAgQNOHVlQHAgQIECBAgAABAgQILFJA2gQILFxAgGbhxDIgQIAAAQIECBAgQGA7AccJECCw7gICNOt+B6g/AQIECBAgQGA9BNSSAAECBAi0WkCAptXNo3AECBAgQIBAdwSUlAABAgQIECCwcwEBmp3buZIAAQIECCxXQG4ECBAgQIAAAQK9FRCg6W3TqhgBAgRmF3AFAQIECBAgQIAAAQKrERCgWY27XAmsq4B6EyBAgAABAgQIECBAgMAEAQGaCSh2dVlA2QkQIECAAAECBAgQIECAQPcEBGhmbTPnEyBAgAABAgQIECBAgAABAv0XWHINBWiWDC47AgQIECBAgAABAgQIECAQAQuBuoAATV3DOgECBAgQIECAAAECBPojoCYECHRIQICmQ42lqAQIECBAgAABAgTaJaA0BAgQIDAvAQGaeUlKhwABAgQIECBAYP4CUiRAgAABAmsiIECzJg2tmgQIECBAgMBkAXsJECBAgAABAm0QEKBpQysoAwECBAj0WUDdCBAgQO6x6qYAABAASURBVIAAAQIECGwrIECzLZETCBAg0HYB5SNAgAABAgQIECBAoOsCAjRdb0HlJ7AMAXkQIECAAAECBAgQIECAwEIFBGgWyivxaQWcR4AAAQIECBAgQIAAAQIE1llgXQI069zG6k6AAAECBAgQIECAAAECBNZFoLP1FKDpbNMpOAECBAgQIECAAAECBAgsX0COBBYjIECzGFepEiBAgAABAgQIECBAYGcCriJAYC0FBGjWstlVmgABAgQIECBAYJ0F1J0AAQIE2icgQNO+NlEiAgQIECBAgEDXBZSfAAECBAgQmFFAgGZGMKcTIECAAAECbRBQBgIECBAgQIBAvwQEaPrVnmpDgAABAvMSkA4BAgQIECBAgACBJQoI0CwRW1YECBCoC1gnQIAAAQIECBAgQIBAJSBAU0l4JdA/ATUiQIAAAQIECBAgQIAAgY4ICNB0pKHaWUylIkCAAAECBAgQIECAAAECBOYh0O4AzTxqKA0CBAgQIECAAAECBAgQIECg3QJKVwRo3AQECBAgQIAAAQIECBAg0HsBFSTQdgEBmra3kPIRIECAAAECBAgQINAFAWUkQIDArgQEaHbF52ICBAgQIECAAAECyxKQDwECBAj0WUCAps+tq24ECBAgQIAAgVkEnEuAAAECBAisTECAZmX0MiZAgAABAusnoMYECBAgQIAAAQKTBQRoJrvYS4AAAQLdFFBqAgQIECBAgAABAp0UEKDpZLMpNAECqxOQMwECBAgQIECAAAECBOYvIEAzf1MpEtidgKsJECBAgAABAgQIECBAYO0EBGjWrslLUWUCBAgQIECAAAECBAgQIECgXQKLCNC0q4ZKQ4AAAQIECBAgQIAAAQIECCxCQJpzFBCgmSOmpAgQIECAAAECBAgQIEBgngLSIrA+AgI069PWakqAAAECBAgQIECAQFPANgECBFoiIEDTkoZQDAIECBAgQIAAgX4KqBUBAgQIEJhGQIBmGiXnECBAgAABAgTaK6BkBAgQIECAQA8EBGh60IiqQIAAAQIEFisgdQIECBAgQIAAgUULCNAsWlj6BAgQILC9gDMIECBAgAABAgQIrLmAAM2a3wCqT2BdBNSTAAECBAgQIECAAAECbRYQoGlz6yhblwSUlQABAgQIECBAgAABAgQI7FhAgGbHdMu+UH4ECBAgQIAAAQIECBAgQIBAXwX2Bmj6WkP1IkCAAAECBAgQIECAAAECBPYKWGulgABNK5tFoQgQIECAAAECBAgQINBdASUnQGB2AQGa2c1cQYAAAQIECBAgQIDAagXkToAAgd4JCND0rklViAABAgQIECBAYPcCUiBAgAABAssVEKBZrrfcCBAgQIAAAQInCPiXAAECBAgQIFATEKCpYVglQIAAAQJ9ElAXAgQIECBAgACB7ggI0HSnrZSUAAECbRNQHgIECBAgQIAAAQIE5iQgQDMnSMkQILAIAWkSIECAAAECBAgQIEBgPQQEaNajndVyMwH7CRAgQIAAAQIECBAgQIBACwQEaBbcCJInQIAAAQIECBAgQIAAAQIE+i+w2xoK0OxW0PUECBAgQIAAAQIECBAgQGDxAnLouYAATc8bWPUIEOivwC9+8Yty6KGHlsFgsJTlzW9+c+cxU4fBYK9X/OK46oo9/vGP37QNH/SgB82teD/84Q/L+c9//ol5xWZuGUmIAAECBDoqoNgECKxSQIBmlfryJkCAAAEC2wi8/e1vLz/5yU+2OWu6w5/85CfLF77whelOdhYBAq0W+PznP1/udKc7lf/5n/9pdTn3KZwdBAgQILCpgADNpjQOECBAgACB1QskqPK5z31uLgV505veVP74xz/OJS2JEGirQN/L9d///d/lrne966g33Dve8Y7yhz/8oe9VVj8CBAisjYAAzdo0tYoSIECAQBcFfv/735djjjlm10XP8KZ3vetdu05HAgUBgZUJfOpTnxoFZp773OeurAwyJkCAAIHFCQjQLM5WygQIEFiowClOcYpy3HHHjXpEpFfEdsvjHve4sfKc/exnL9/97nenvv7617/+2PU2FiWwb7oJrPzv//7vvgdm2JOeOIY3zQDmVAItFEjA9je/+U0LS6ZIBAgQIDAPAQGaeShKgwABAl0SUNbWCwwGg3KSk5xko5yf+MQnSuab2Ngx40qCd2984xtHwbhcOhgM8mIhQIAAAQIECBBokYAATYsaQ1EI9EVAPQgQ2J3A2c52tnLd6153I5Hf/va35dhjj93YnnXl+9//fkkvnOq6Qw89tJzlLGepNr0SIECAAAECBAi0QECApgWNoAgzC7iAAAECvRe40Y1uVAaDvT1d3va2t5WdDnNKD5wvfelLG2Y3velNy4lPfOKNbSsECBAgQIAAAQKrFxCgmdgGdhIgQIAAgdUKHHLIIeV85zvfRiESZNnJMKcMb/rXf/3XjeFNBx98cLnsZS+7ka4VAgQIECBAgMB6C7Sn9gI07WkLJSFAgEBnBH73u9+VD37wg+Xv//7vSwIJmbB4MBiMenwMBoNR74wDDzywHH744eXtb397yfllxv+OP/748pnPfKbc6173Kuc+97lHaQ4GJ+Rx0pOetCTQkGMf+tCHSs6dMfmpT0/ZH/awh23UbTA4oQxXucpVyo9//OOp05n1xNOd7nTlqle96sZlOx3m1BzelDST9kbCO1iJySLa/81vfvOY8+Mf//iN0qWNP/CBD5Rb3OIW5fSnP/3GeekJlPvjH//xH8u3vvWtjfNnXUkg6+tf/3p58pOfXK52tauN5TEYnNDmyTfHXvjCF5Yf/ehHs2axcX7q8s53vnOfuuS+vvSlL11e/vKXl1/+8pcb52/lsnHSFispa8qctOvv1cou76ME/2KwRTJjh9I2g8EJLoPBoKSM1Qn/93//V175yleW5Jc6DQYnnHea05xmVOe0Ywyq8+uvKWva4EIXutDYe/4c5zhHufe9772rNk6e+X1xl7vcpSS9weCEcg0Gg5KypW2b9vWyTVr/xS9+UQ499NCN+zHp5muwq3Or+uT3ZNPiWte61sgt76fq/EmvsR0MTijrxS9+8fKrX/1q47RvfvOb5cxnPvNG/ic/+cnLxz72sY3jVggQaImAYhCYUuBEU57nNAIECBAgUPLg9cxnPrP8+Z//ebnMZS5TnvrUp5Z87Wv9YTJMf/jDH8rXhw+7L3nJS8o1r3nN0fmvetWrpg6k/Pu//3u5wAUuUPKQ9oxnPKN85StfKUkzaWfJA02G7ORYHgLPe97zlne/+90bvURyzjyWPLCmjg9/+MPHkrvyla9cXve6140e6sYOzHnjL//yL0cPXlWy+dauPBBW29O8pudNrHLuYDAo17ve9cqJTrSz//0vq/1T1vry5S9/eXS/Xe5ylyuvec1ryg9+8IONw7kvcn88+tGPLvlmspvf/OYzBc7Sxu95z3vKRS960ZKg4n3uc5/RfD31PKrMsi9z+dzpTnca3dP3uMc9ys9+9rPq8FSvubdzv1796lffpy65rxNA+Ku/+qvRQ3fqmvJNlfCEk1K2lDHv15Q5adffq5Vd3kfnP//5y6UudaldT0ad3lpnPOMZy61vfeuS/FKnqmg/+clPRnVOO+b3wve+973q0Oh3Q8pxpjOdqaQNEpxN+aoTEoh4ylOeMmrjRz3qUTMFfWOY3w9xz++L5z3veSXpVWnnNWVL28b+1Kc+dXnCE54w+n2XYztZUu8nPvGJpapPfk9mX5VW8su8UnmPp33ilnJWx70SmFXA+QQI9ENgZ5/Q+lF3tSBAgACBGQS+/e1vlyte8Yrlnve858wPpXlQvNWtblXufve7b/lglQeUPJSmd8oXv/jFqUv31a9+ddTbJIGU+kPQ1AlMODFlyQPWP/zDP4wdvcIVrjDqHZC/uI8dWMBG/upeH+b0kY98pFTBlmmySx3qD355QL3IRS4yzaX7nLOM9t8n0+GOt7zlLSVlTt2Hm9v+HH300aP79Bvf+Ma25+Zeue9971uudKUrlXwN+bYXNE541rOeNRouNk1eaYucn3s792sjqX02855Jb6HHPe5xo+DFPidssyNeCXImz21O3Ticay54wQuWXJPybhyYYiXnJ4By/etff6rfDwmG3OY2txnNq5R2yO+G9OTJ+nbZPfjBDy73v//9pwrIJqiYnjfpOTaNe/JOGfK+z++73PfZN8uSuaLy++5+97vflr/vqjTT1nGLXxyr/S17VRwCBAgQWIKAAM0SkGVBgACBrgvkgePwww8vH/3oR/epSobL3OAGNyh//dd/PVqynr9A73PicEf+cp3u+sPViT95QMzwg/pfznNi0ku6VR552Kp/DXXOyfKIRzyivOENb8jqrpY8JKX3zwMe8ICxdBKcee1rX1vSQ2DswII28pf11LVKPkMbMjSm2t7uddLwpgzT2e665vFltX8z3/e+970lD/Gpd3Us5U8vmdwLuScypKM6Vr1+7nOfK4985CPL73//+2rXPq9p4/SOynCa5sGkmd4kySPLbW9723Kuc52redpoe5q8cmLuywQgmvd27uO0cfJJvVK/nF8tD3zgA0t6jFTb07x++MMfLte4xjUmDgdKPVKf5DfJL+VLr5sEJ2M0TX45J0OaEpDIerVkOE7ySX4Z+lPtr14TpHnOc54z6on33Oc+t9pdYpKy5dq8Znvj4J6VBJEyzG7P5sSXBFpinnZunpA2rtzvcIc7lPQgap6T33cJqE0TgKuuTUDob//2b0c97Kp96bF2yUtecvT7cbO8cu5DHvKQ8vGPfzyrY0u+1S0WWW54wxuO9arLsKkEg3IsS3pKnfa0px273gYBAgQIdEdAgKY7baWkBAgQWJnAc5/73NGwj3oB0jX/v/7rv0qCAG984xvL85///NGS9czNkh4w+Qt0/Zo88OW8PMTU92f917/+dXnsYx9bfvrTn2ZztJzznOcsGaKTeRySbq7NkiBFhmq84AUvGD3MjU4e/pP08zCWgMJwc8c/eZi+4x3vODasKg+beQhdVnCmKnycB4NBtVmOOeaYMu0wp9hVPW4GgxOGNw0Ge9PaSHSblWW0/6QipPdMdT9c4hKXGA2ny7CY9LLKfZB7Im2d+VWaD/Gvf/3rS+7BjXQbK3kQTo+r+u48CGfOpKSZh//kkSXBugyjyv70rKhfk/Xt8ko75ME5wY+cnyXlzTwuSTP3c/JJvVK/BC4SSMl5WWaZUyTBhAS1KrdcnyU9VH74wx+OhgumPsmv8kudU/ecVy0JTm4VTK3Oq15T9qp+d73rXUvySsA1+SS/r33tayXfRLb//vtXl4xeE4CqTP/sz/6svOIVrxgNLUrZcm1eY5TgxeiCPf9kTqacm/f8nl1jL9mf3wVHHnnk2P64pr5Js3LP/fPZz352VOaUvX7Bf/7nf44CK9O+5zIMLkOXkkbaOL/T0kMmw71SnyqvzJeUAFHOq5YEIl/84hfv0zMoPelybZbMtXSyk52sumTIGr8wAAAQAElEQVQULH7Sk540+t2b409/+tPLAQccsHHcCgECBAh0S0CAplvtpbQECBBYusD//M//lKOOOmos35vd7GajvxAfeOCBY/vrGxlOkweym9zkJvXdo4fs+iSa1cE8wGUukGo7D3L/8i//UvJwMhjsG1TIw0+CKC972cvG/qKc3gN5MKzSmfU1D9vpyVA9bOb6BGf++Z//uZz1rGfN5sRlUTtT/50Mc8oDan14U9JIPWYt57Laf6typZ0zd0vmJBoMxu+FTHSbXgmZ4yg9Fap0EqBIgKfarr/GJg/CeSCu9meukMxTkrlhkma1v/663377jYKIuba+P3lljpH6vmo9vTjykJ5zqn37779/eetb31rS46T+sJ3jg8GgpNfG+973vpIeW9k37ZIeQ+k5lKBCdU1MXv3qV5fM7zKpZ0XqmjrnfVPPL/d/eu4kOFqlNc1rgk7PfvazSzOvwWAwmo8q5aunk7bIdkz+7d/+raQ3SMqUfdUSowQmDj/88GrX6DXnb1a+SQG4zB2Veqa+zTySYMqcsqd945Z9Wd7xjneUBIqyPu2S+hx33HGjoVjprdO8Lr9L8rumGaTJe/a73/1u83TbBAgQILAmAgI0a9LQqkmAQOcFVlaBTNZZ9cJIIfLgkb9mJ0CS7a2WPFilu///+3//b+O0/OV60kNVJhVOz5vqxAtf+MJlmr8Ep4dJhnNU1+WBLw9u1fYsr/mLerOnQ4IaqwrOpOw7HeaUnk3piZE0suRBMGllfZZlWe2/WZky9OQxj3lMyb202TnZf53rXKfkwTvr1fLpT396n94IOZb7r3mPpCfHQQcdlMNbLoPBoGTYTe6L+onf2GTOmwyTSaCxfm4CNvnGoPq+5np6ar3oRS8aTTLbPLbZdnoM5aG/fjx5JeA4GIwHturnZH1Sfgl0JjiR49Msmfg3w6MGg83zSjslr2Z6KWeGATX3V9v5fZOJhweDvWmnt1F6rFTnVK/5HZAgSz0Al2/6yr7t5o4aDAbldre7Xcn9UKWX1wypyu+urE+zpD6Xvexltzz1VKc61WhC5MFgb53yvhWg2ZLNQQIECPRaQICm182rcgRmEXAugckCmWMmwyMyJ0fW8xB88MEHTz55wt4MKTjzmc+8cSTDm/JgtbFjz0r++r9ndfSSIUzpfTDa2OKfPLhnKFXmqUlQJ70p8k0tW1wy8VD+sp6eQfWeDgkO5Nua8tfuiRctaWeCUIPB3oe4BBfiuFX2GVKRB/acMxgMStLI+qxL2nwZ7b9ZufKtOs15WSadm/vgYhe72Nih73znOyX30djO4UZ6R9zylrccBVrOcpazlMyPksDB8NBUP7nX/uIv/mLs3HoQs34gPSIyHKfal/dR8q62t3pNwKgZKNjq/Nyr9fs3w8LS+2gw2HvvbHV98jviiCPGTkkPtQw/HNu5yUZ6uKQdNjk82p22TO+60caef+KfSXL3bG76kraKfXVCylUPwlT7E+xt9nhJUDn5VOds9ToYDEp+jyS/6rz8fkjAqtre6jX5TFOfpHGe85ynnOEMZ8jqaMn7etLvx9FB/xAgQIBA7wUEaHrfxC2qoKIQINBJgQQ9Mjwic3Lkr7uZJLfeI2Zelcpf1esPd+l5kPkUpgnS5CE2vW/yTTyZ42Hah6Oq7Hn4yl//6w+3Cc5kiEwetqrzVvV6yCGHlAxRqvJP8GWrb6RJD4L0+qnOz7VJo9qe5XVZ7T+pTLnPLne5y006NHFfM2gy8aThzvSiyJCZPMTnW3ryQJ/5joaH5vrzk5/8pGS+k3qiN7rRjUp6TtT3bbWewFHeG1udk2OZIyVDarJeLRlemGE71fY0r+nZE/fq3AwVmqZHR0xzr1TXbfb6p3/6p6XZkyu9kepBis2uTe+9U5ziFJsd3tifXl8JzlU78h7O8KZqe5rXzMlTD/TmPZXA6DTXTlufpJWA06oDwCmHhQABAgTaIXCidhRjPqWQCgECBAh0VyB/Sc4cI/UaZBLXBBee8IQnlDxE5yGpfnwe65///OdLejTUgzNnP/vZy5ve9KZRz4p55LHbNPJAmyFKVTopa/NhvDqW1zxQ1x8mc23SyLEuLXloP+CAA6YucuaImfrkJZyYnhCZSLvKKoGPWQJOuS4GCRZmfaslwdNmL57m+2mr66tj8U6e1XbmIKrXodrffE2Aa5pAUgyac7Kkh132N9Pc6XYCmPVr0zMowZ36vu3WU56LXvSiY6clAJxeO2M7J2zkulw/4dA+uzJ0q+mxz0l2ECBAgMBEgT7uFKDpY6uqEwECBFYskF4vn/vc50rmDslfrr/5zW9uW6L0KshQmuaJ6SmSb3nJhMSnPOUpyy1ucYuSb5eZZT6IZprV9pe//OWS3jbNB9CU9wMf+EB1WiteM0RpMBhslCVDZzIcYmNHbSXf+lPNiZIHxcxBUju88NWdtP+kQv3Jn/zJ2Ld0TTpnWfsSHEzg6+Uvf/lostu8bpd3enGkF011XgIfCYBU29O85uF9mmtStnxzUpXmYDAYfbNPhizNsuS9Vp/XJfVOkKZKd7PXlDPBhs2Ob7W/PpRoq/OmOZahks1AVX6H/N3f/V2ZxSHn5tvc6nkmCLbZe65+XnoJ1betEyDQWQEFJ7B0AQGapZPLkAABAv0QyINbJlvN8KB8S0y+kSbDIzLU4aQnPWm5wAUuUB70oAeV5sPSVrU/7LDDyl3ucpdNT8l8Ivk63wQr8hfxzIWT3jX5ytpNL9riQL5NKg9dk0556EMfOuq1M+nYKvZliFJ6E1V5p5dAHjyr7eo17VIf3pTrpumBUV0/7WvymXf7N/POMJM8+Df3L3I7Q4XyLUgZ/pR7K/dkhshk3poEEjInToYt5VuOtitHvl45TtV5+eagLNX2tK+Z4Ha7cxMISnCiOi/5pg75mulZlle+8pWlPmdO0sswsLxutaSHVhsCE+nhUg9UpczpfTeLQXVuAp25vlryuyLpV9ubvU7TXptda/+6CagvAQIExgUEaMY9bBEgQIDAFgLpGZHeK5e//OVLembkoaya9PSJT3xiybcG5UFxiyS2PJS/wOfbUvKQOM1wlQR/8hf/DElK8CLflnP88cdvmcdmB/MAXj+WXjUZYpU61/evaj3WGapU5Z9hTu9///urzY3X9KSoD2/KN1xlnouNE3axEotFtv8uirbjSxPIyDC329/+9iXzm6SXVobbZa6Y3FuZcyk9qnaSQQI99euqXmD1fX1ZTyAtvxP6Up/e1ENFCBAgQKBTAgI0nWouhSVAgMBqBPIQ++53v3s0UW16ryQwME0PgpQ280s0gx/Zv9mSHgaZEyZ/Bc88MPWJOje7JvvzjUU3vOENS74mOz1tsm/aJT018g0t97rXvcYueelLX1qOOeaYsX2r3Ij9YLB3mFN8mn/Rz1/968Obrn3ta++6yMts/10XdoYE0jMkE+mmh9FRRx018RufJiWX3lvTBBAnXdu3fepDgAABAgQIzE9AgGZ+llIiQIBALwXycP7sZz+75Ou1Jw2pqVf6TGc60+irix//+MeXDMHJfA35NqadfEtJetNkfpj/+I//KEnnHe94R7nzne9c8jW99Tyb63nQvs997lPqwz2a59S3E5xJoCMTe9773vcumVC0Op4gVL4hKkMbqn2rfM1wpfQUqsqQb9b62te+Vm2WtNW8hzclzVW0/55KLewlE75e9rKXLXWvSZml91F6id33vvctb33rW0sCh+kllmDgpPPr+5pDXdJWP//5z+unLGw9vcrSmyrtt9slPYkWVtAlJPy4xz1u9N7YrUMCn/kdt4Qiy4IAAQIE1lRAgGZNG161CRAgMK1A5pjJA1qCFfVrEizIg3u+0jYPnXn4yQNh5r3IfDSXvOQly7zmpEg6md/muc99bsmEpXlIztCTDN+Z1Dsnc+KkR029vJPWz3SmM5WUN3XJ8QRrMvdM1qulmuw49av2req1Oczpxz/+cXnPe96zUZz414c3Xfe61y0JMGycsIOVNrT/Doq95SWZYPqe97xnac5ddLrTna7k3o1h7rHc8zFOICzz0aQ30mlPe9ot064fPNnJTlbfLBl+l2Vs5xQbzaFSky5pDi9KEKktgcVJ5V3UvsFgMBp+WU9/Gr/6+dYJECBAgMCqBARoViUvXwIE1kOg47VML5SnPe1p5Ve/+tVGTdKzJcGRj3/84+Vv/uZvRpMBZ+6OjROWsJKH5Jvd7Gbl2GOPLXkQvdWtbjWW609/+tOSiVzHdk7YyFwjWeqHMuTlete7Xn1Xec5znlPe9773je1b1cZWw5zqw5syUfM1r3nNXRWzre2/q0oNL86wtfe+973Dtb0/6Z2VHhLp/XXooYeW3GODwd7hZHvPnH4tw/syp011RYKLX//616vNqV4zhC2TWW93cjOvBE1Tn+2u69vxzIXT/Narr3zlKyWTP/etrupDgAABAv0TEKDpX5uq0ZoJqC6BRQpkctTjjjtuLIv0prnpTW9aBoPpHl4zz8cPfvCDsTSaGxnClKEmd7vb3Up6s2QYwbQBkcwF8oxnPKNc5CIXGUv2U5/61Nj2tBvp9fCIRzyi7L///huX5Ftt8o1U6XmxsXNFK/GpD3NKoCw9Z9LDJ4ZVseLxF3/xF9Xmjl6X1f47KtwOL0rQ6XWve93Y1Ze4xCXKox/96JK2HzuwyUaCH5lEepPDG7szzOi85z3vxnbyztCqjR1TrKRt08bbnZpvmEoPsPp5CVLmvqjv2279s5/9bMn7L8MSM4wrPYpyH2x3XZuOpz3r5cnvglkDY3G7+93vXvKtdHnP3fGOdyz5Brm0YT1t6wQIECBAYJ4CAjTz1OxnWmpFgMAaC+ThMEM9KoLBYFCudKUrTR2cyXXVXDRZ32zJsI+nP/3p5Z/+6Z9KHqa+973vlUxEvNn5zf3p7XDBC16wuXvH23kgy4NpPYH0uEj58uBW37/s9eYwp1hlnp60VYbmVOW51rWuVU51qlNVmzt6TZrLaP8dFW6HFyW48o1vfGPs6kxEnXtobOcWG7k+gYwtThkdyvCyy1zmMqP16p+Xv/zlZZZA3wc+8IGSNq6u3+w15b/yla88dvgNb3hD2W7eqPoFubcThEh+3/nOd0q+Fe2FL3zh1JMn19Na5frlLne5sQBretSlXqnftOWKW/zSQy+/k170oheNfic1h5JNm57zCBAgQIDANAItCNBMU0znECBAgMAqBDK8IsGTKu884Pzud7+rNrd9zdCCxzzmMduelyFSeaiqn/j617++/OhHP6rv2nQ9wxfy0Fw/od5zob5/mvXBYFCOOOKI0vxLfOYhmbUHxDT5zXpOc5hTes5knpTKYB7Dm1KmZbV/8lrWkvu5PmQv+Ta3s2+zJfd/eljloX+zc+r7841kaY9qXwKWb37zm6vNLV/T+yw9e7Y8ac/BwWAwmqC7PidThkblnk2Z95y25Uvu7Wc961lj51zxilcsBx544Ni+tm+c61znKpe//OXHYcHV0AAAEABJREFUipl65ZvaxnZuspFeMk9+8pNL/KpT4nrjG9+42vRKgAABAjsWcOFWAgI0W+k4RoAAgTUXyKSpCZ7UGTL/zDQPfAnOZIhE/SGnSmfS9Zn3pf4gm4epBzzgAWXSuVU61etb3vKWscly81fuPFhWx3fymh4JeTjOg1l1fR7KM8QrAaFq3ype08OnPswpVs985jM3ijKP4U1JbJntn/yWsWQYU4bw1PNKz6NphsBkKN497nGPcvTRR9cvH63noT4BzNFG7Z+LX/zio8BJbVdJGukZU9/XXE8vm7/7u78r00x2XV2boMR1rnOdanP0euSRR46Gb233PspkyPkWs9zjowuH/+TezzxTmaR7uNmZn7RxJoFO+atCp14Jln3hC1+odk18TRsmOPz85z9/7Hhc821eYztbsJHhl7kvW1AURSDQHgElIdBhAQGaDjeeohMgQGDRAplsszmPyVFHHVXuda97lZ/97GcTs0+vl/QwyHX5BqRJJ036VpVJD7J5uDzssMNKvp54Ujp5MMlX6GaS4DxYVedc61rXKhe72MWqzR2/ZrLY2972tmPXv+Md7ygZpjK2c8kbzWFOmSPk3//93zdKcaMb3WjXw5uS2DLbP/ktY8kksglk1PPKfDIx+/znP1/fvbGe4Ea+7SvD6J73vOdt7K+vZEjQL3/5y/qu0Xom1U6gsT6nUYIFubcyZC738OjEPf/kPv70pz9dcrw5V86eUzZ9SWAi7716Xjn54Q9/eEmw9Etf+lI2x5bk9+53v7vkW9cSqKofzLwrKUd9X1fWM9wrveDq5U075/dMhm013XNefqclsHOLW9yi5Bu8si9LPB/84AdPPUdRrlnU8md/9mdj346X4WgZvpWeYYvKU7r7CthDgACBRQkI0CxKVroECBDogUDmMMlEmc2q5FuNMr/GhS50oZKHuDwIJZCSiUoTPMhXVeehNtflAfUc5zhHVjeWSQ8TOS/X5fqNE4crGb5zznOesyTt5JG8kmfyTu+ePPwu6mEqZcrkwM0eF3kITg+hYfFW9tMc5lQVJA9wV7va1arNXb0us/13VdAZL77NbW4zmgi3flmG95z//OefeJ+lB0kCOJmXpLrmoIMOGpuLKfd0gh3V8fprejQ99rGPre8a9QzLpNgxTnvlvs79fcYznrFc+MIXLilPdcFgMN2E3Dk/eb3gBS8o9d4j2f/Wt761HHzwweUMZzhDST5VfpkE96pXveo+c9UkYJPATt4Dub5rS3rRJXibutXLnuFsd7rTnUp+d6RHTByyZDhj2iJDoernxzHDNONR37/g9U2TT6+2Mw7vkfoJD3zgA0cB2UxKneFdmS+rftw6AQIECHRHQICmO22lpAQIEFiJQB7m7nKXu+yTd4Iin/nMZ0omz0xPlwx9yqSy9RPzsJDJfvNX6fr+9KyZ9DCbB+RXvepVYxN8Vtcl7eSRvJJn8k4ZquN5TXAnwxPm+TCVB/GHPOQhSX5jybCtPBRVQaiNA0tcOeSQQ0p9mFOVdR40dzP/TpVO9brM9q/yXPRr2jQP4pOCD9vdZ7kmE1qn10Ie8quyppdXhiVV283XfI33k570pObuUaDmXe96V8l9nfv7+9///sY5CQ5kmF2zx8/GCZus5Kvi3/SmN5UE65qnJP3Xvva1G/mlN0/znPQyyfuoGZhsntf27QRcUo9861yzrPnd8eEPf3jkEPuPfvSjzVNGQa609aTff/ucvKQdGXp59atffZ/c0nvrW9/6VkkvofSo2+cEOwgQIECgEwICNJ1oJoUkQIDA6gTyQJqvsc5ko1mfpiTVV18niJKAQXq7DAZ7ewEkaJMH4UlppTfBJz7xiXKFK1xh0uFN993sZjcrue4qV7nKpufs9EB6XDQfijL8JN/ystM0d3tdglHN3gFJ89rXvvaod0DW57GkzWdu//32K7lmJ+0/jzJPk0YmfM1wtQQRpzk/5xx++OGjB+AEHNNb4WxnO1t2j5YMcfr4xz8+Wp/0z2AwKH//939fEoyZJs+0b8qXvBKoqaeZNqlvT1q/7nWvWzKkKe+LSccn7Uu6j3/840fzOZ31rGeddErn9iVI8+pXv7q88pWvLOl9Mm0F8nsr9296EA4Ge393TXv9os4bDAbl/ve//5a/HzcbqreoMkmXAAECBOYnIEAzP0spESBAoLcCeXC7733vO/pWk6c97WklQwMyl0e9wnlgvd3tbleOPfbYkq9mzkSomRMj52TujnqvjnzbUHO+i5xXLQcccMDoITF/CU6vg+SXIVXV8bxmO/tTnszDkN4Hi3qoTE+JRz7ykWM9EtID6GEPe1jJN+2kPKtYmsOc0mMiAa55l2XZ7T/v8m+W3pWudKWSSWPT2yS9TpoP8LnHEgTLkKHc0y9+8YtLdY+lJ0PmOamnnbmJtupVNRgMSgKI9TyTR5VGnHNPv+IVryi593Nudaz+eu5zn7u+uel6ypr3Rd4feZ8k7Xp+uTB1vuY1r1ly3k9+8pNyv/vdrxVzraRs81pOfOITl0wQnCDa+973vpLfU/kdUw98xT6/o1L/BLbybVuZR2teZZhnOhnilN+zz372s0t+t9brkXxS/kxanXULAQIECHRLQICmW+2ltAQILEegl7nk24cSVKiWBElmHcKQh9JMEPzBD36w5JuMqrTymvSOOuqoco1rXKPkYaeOmHkv8lCa86olvVLq50xaTw+FfLNM8su3zFTX5jXb2Z/yJP1J1zf3Xf/61y+5tlqOO+64qXub5OE2wwiqa/OaOuUhuJnPrNs7bZsEYzJUI2XJkvJNMzly2j3tlWuqJTbblXvR7Z8yVOXJ6yztk7Lv5Prcq7kuPaIy/Cf5VkvusXe+852jeZZS9+RRLYPBoGSYVHVuXhPkSHrVOZu95pwqz+SRa7PkG3lyT2fS6yq4mYBP2rWeVuZXqW9vt573R94nSbueX/JMnd/2treV9LRpBl23Srd5z77kJS/Z6vSxYzk3eVdL0ho7YZON5n0bl2nu9yq5uF/ucpcr+T2VIWnVvEEpR+zzjVnpQXSe85xnbH6h6vpJrwne5j5NGtWStp107qR9O70+90e+YSsTStfrkTLkXp71HplUNvsIECBAYPkCAjTLN5cjgVIKBAIECBAgsL1AghCZ86g6M72kTn/601ebXgkQIECAAIEeCQjQ9Kgxx6pigwABAgQIEFi5wB3ucIdy5jOfuaS3U4bPZF6TWQr12c9+ttTna8rwlnn02pqlDM4lQIAAAQIEliOw4wDNcoonFwIECBAgQIBAdwUyr0l6wGRy4Cc+8Ynl4Q9/eJl2fpAMb8o3lmXYSiVwkYtcpDSHW1XHvBIgQIAAgUUJSHc5AgI0y3GWCwECBAgQILCGAuc73/nGan3MMceUj33sY2P7Jm0kKPPUpz61HH300WOH85XR5hcZI7FBgEA/BNSCAIGhgADNEMEPAQIECBAgQGARAunxctBBB20k/atf/Wo0kXa+qSk9ZDYO1FZ+9KMflXy9dnPy3Ktf/erlete7Xu1MqwQITC/gTAIECLRfQICm/W2khAQIECBAgEBHBapvIqsX/2c/+1nJt5jlW5MufelLlyOOOGK0HHbYYeUsZzlL+fM///PRN0TVr0k6T37yk6f+1rH6tdaXJCAbAgQIECCwSwEBml0CupwAAQIECBAgsJXAHe94x/LQhz50n1PSg+ZDH/pQOfLII0dLvqa7PiFwdcHBBx9cjj322HLBC16w2uWVAAECBAgQ6KGAAE0PG1WVCBAgQIDADgRcsiCBk5zkJKMATSYKPte5zjV1Lic60YnKPe5xj5IgTnMum6kTcSIBAgQIECDQGQEBms40lYISIECg6wLKT2B9BQaDQbnKVa5SvvSlL5UPfvCDozlm8g1PCd7UVU53utOVm9zkJiW9aTIU6hnPeEbZb7/96qdYJ0CAAAECBHoqIEDT04ZVLQJrKaDSBAgQaLnAiU984nKpS12qPP3pTy9f/OIXy29/+9uSb2yqlu9///vlda97XbnZzW5WMkdNy6ujeAQIECBAgMAcBQRo5ogpqf4LqCEBAgQIECBAgAABAgQIEFiEgADNIlR3nqYrCRAgQIAAAQIECBAgQIAAgf4L7FNDAZp9SOwgQIAAAQIECBAgQIAAAQJdF1D+rgkI0HStxZSXAAECBAgQIECAAAECbRBQBgIE5iogQDNXTokRIECAAAECBAgQIDAvAekQIEBgnQQEaNaptdWVAAECBAgQIECgLmCdAAECBAi0RkCApjVNoSAECBAgQIBA/wTUiAABAgQIECAwnYAAzXROziJAgAABAu0UUCoCBAgQIECAAIFeCAjQ9KIZVYIAAQKLE5AyAQIECBAgQIAAAQKLFxCgWbyxHAgQ2FrAUQIECBAgQIAAAQIECKy9gADN2t8C6wCgjgQIECBAgAABAgQIECBAoN0CAjTzaB9pECBAgAABAgQIECBAgAABAv0XWGANBWgWiCtpAgQIECBAgAABAgQIECAwi4Bz11dAgGZ9217NCRAgQIAAAQIECBBYPwE1JkCgpQICNC1tGMUiQIAAAQIECBAg0E0BpSZAgACBnQgI0OxEzTUECBAgQIAAAQKrE5AzAQIECBDooYAATQ8bVZUIECBAgACB3Qm4mgABAgQIECCwbAEBmmWLy48AAQIECJTCgAABAgQIECBAgMCYgADNGIcNAgQI9EVAPQgQIECAAAECBAgQ6JKAAE2XWktZCbRJQFkIECBAgAABAgQIECBAYG4CAjRzo5TQvAWkR4AAAQIECBAgQIAAAQIE1kVgnQM069LG6kmAAAECBAgQIECAAAECBNZZoBN1F6DpRDMpJAECBAgQIECAAAECBAi0V0DJCOxeQIBm94ZSIECAAAECBAgQIECAwGIFpE6AQO8FBGh638QqSIAAAQIECBAgQGB7AWcQIECAwGoFBGhW6y93AgQIECBAgMC6CKgnAQIECBAgsIWAAM0WOA4RIECAAAECXRJQVgIECBAgQIBAdwUEaLrbdkpOgAABAssWkB8BAgQIECBAgACBBQkI0CwIVrIECBDYiYBrCBAgQIAAAQIECBBYTwEBmvVsd7VeXwE1J0CAAAECBAgQIECAAIEWCgjQtLBRul0kpSdAgAABAgQIECBAgAABAgRmFehegGbWGjqfAAECBAgQIECAAAECBAgQ6J7AmpVYgGbNGlx1CRAgQIAAAQIECBAgQOAEAf8SaJOAAE2bWkNZCBAgQIAAAQIECBDok4C6ECBAYGoBAZqpqZxIgAABAgQIECBAoG0CykOAAAECfREQoOlLS6oHAQIECBAgQGARAtIkQIAAAQIEliIgQLMUZpkQIECAAAECmwnYT4AAAQIECBAgUIoAjbuAAAECBPouoH4ECBAgQIAAAQIEWi8gQNP6JlJAAgTaL6CEBAgQIECAAAECBAgQ2J2AAM3u/FxNYDkCciFAgAABAgQIECBAgACBXgsI0PS6eYLjcrIAABAASURBVKevnDMJECBAgAABAgQIECBAgACB1QksK0CzuhrKmQABAgQIECBAgAABAgQIEFiWgHx2KCBAs0M4lxEgQIAAAQIECBAgQIDAKgTkSaCfAgI0/WxXtSJAgAABAgQIECBAYKcCriNAgMAKBARoVoAuSwIECBAgQIAAgfUWUHsCBAgQINAUEKBpitgmQIAAAQIECHRfQA0IECBAgACBjgkI0HSswRSXAAECBAi0Q0ApCBAgQIAAAQIE5ikgQDNPTWkRIECAwPwEpESAAAECBAgQIEBgjQQEaNaosVWVAIFxAVsECBAgQIAAAQIECBBoi4AATVtaQjn6KKBOBAgQIECAAAECBAgQIEBgKgEBmqmY2nqSchEgQIAAAQIECBAgQIAAAQJ9ENg6QNOHGqoDAQIECBAgQIAAAQIECBAgsLWAoysXEKBZeRMoAAECBAgQIECAAAECBPovoIYECGwtIECztY+jBAgQIECAAAECBAh0Q0ApCRAg0GkBAZpON5/CEyBAgAABAgQILE9ATgQIECBAYHECAjSLs5UyAQIECBAgQGA2AWcTIECAAAECaysgQLO2Ta/iBAgQILCOAupMgAABAgQIECDQTgEBmna2i1IRIECgqwLKTYAAAQIECBAgQIDADgQEaHaA5hICBFYpIG8CBAgQIECAAAECBAj0T0CApn9tqka7FXA9AQIECBAgQIAAAQIECBBYsoAAzZLBk52FAAECBAgQIECAAAECBAgQ6L/ALDUUoJlFy7kECBAgQIAAAQIECBAgQKA9AkrSIwEBmh41pqoQIECAAAECBAgQIEBgvgJSI0BgWQICNMuSlg8BAgQIECBAgAABAvsK2EOAAAECIwEBmhGDfwgQIECAAAECBPoqoF4ECBAgQKALAgI0XWglZSRAgAABAgTaLKBsBAgQIECAAIFdCwjQ7JpQAgQIECBAYNEC0idAgAABAgQIEOi7gABN31tY/QgQIDCNgHMIECBAgAABAgQIEFipgADNSvllTmB9BNSUAAECBAgQIECAAAECBDYXEKDZ3MaRbgkoLQECBAgQIECAAAECBAgQ6KyAAM3UTedEAgQIECBAgAABAgQIECBAoP8Cq6mhAM1q3OVKgAABAgQIECBAgAABAusqoN4EJggI0ExAsYsAAQIECBAgQIAAAQJdFlB2AgS6JyBA0702U2ICBAgQIECAAAECqxaQPwECBAjMWUCAZs6gkiNAgAABAgQIEJiHgDQIECBAgMB6CQjQrFd7qy0BAgQIECBQCXglQIAAAQIECLRIQICmRY2hKAQIECDQLwG1IUCAAAECBAgQIDCtgADNtFLOWwuBwWBQBgPLYMBgMOiEgftVO7kH3APuAfeAe8A90Ol7YC0eMlSSwJQCAjRTQjmNwHoKqDUBAgQIECBAgAABAgQILENAgGYZyvLYXMARAgQIECBAgAABAgQIECBAoPQ+QKONCRAgQIAAAQIECBAgQIAAgf4LdL2GAjRdb0HlJ0CAAAECBAgQIECAAIFlCMiDwEIFBGgWyitxAgQIECBAgAABAgQITCvgPAIE1llAgGadW1/dCRAgQIAAAQIE1ktAbQkQIECgtQICNK1tGgUjQIAAAQIECHRPQIkJECBAgACBnQkI0OzMzVXdFRgMi24phQED94B7oKv3wKRy/0nZ979J59lX/P4vhUEpDEphUEpnDIr/CKyLgADNurS0ehIgQIDAlAJO66DAiTtYZkUmQIAAAQIECIwJCNCMcdggQIDAEgRkQYDAvAUEaOYtKj0CBAgQIEBg6QICNEsnlyGBxQvIgQABAmsm4PPMmjW46hIgQIAAgT4K+EDTx1ZdfJ3kQIAAAQIE2iSgB02bWkNZCBAgQIAAgR0JtDRAs6O6uIgAAQIECBBYTwGfZ9az3dWaAAECBHohoBKVgA80lYRXAgQIECBAoKsCetB0teWUmwABAssQkAeBjggI0HSkoRSTAAECBAgQ2FTA55lNaRwgQGAZAvIgQIDAPAR8oJmHojQIECBAgACBVQroQbNKfXkvQ0AeBAgQILAGAgI0a9DIqkiAAAECBHou4PPMrhtYAgQIECBAgMCqBXygWXULyJ8AAQIECKyDwGLrqAfNYn2lToAAAQIECCxBQIBmCciyIECAAIHFC8hhrQUEaNa6+VWeAAECBAj0Q0CAph/tqBYECCxeQA4ECLRXwOeZ9raNkhEgQIAAAQJTCvhAMyWU0wgsXkAOBAgQILBDgWYPmi/uMB2XESBAgAABAgRWJiBAszL6FWQsSwIECBAg0E+B5ueZP/SzmmpFgAABAgQI9Fmg+YFmV3V1MQECBAgQIEBgBQLNHjTHr6AMsiRAgAABAmsloLLzFxCgmb+pFAkQIECAAIHlCjQ/z+hBs1x/uREgQGARAtIksHYCzQ80awegwgQIECBAgEDnBfSg6XwTqgCBVQjIkwABAu0SEKBpV3soDQECBAgQIDC7QPPzjB40sxu6YhEC0iRAgAABAjMIND/QzHCpUwkQIECAAAECrRBY2x40rdBXCAIECBAgQGAuAgI0c2GUCAECBAgQ6KVAVyrVDNDoQdOVllNOAgQIECBAYENAgGaDwgoBAgQILF9AjgTmItD8PONbnObCKhECBAgQIEBgmQLNDzTLzFteBAgQWLyAHAgQWAeBZg8aAZp1aHV1JECAAAECPRMQoOlZg6rO8gXkSIAAAQIrF2h+njHEaeVNogAECBAgQIDArALNDzSzXu/8xQvIgQABAgQIENhaQA+arX0cJUCAAAECBDogcKJSOlBKRSRAgAABAgQIbC7Q/IOTHjSbWzlCgAABAmstoPJtFmh+oGlzWZWNAAECBAgQIDBJQA+aSSr2ESBAYBUC8iRAYMcCAjQ7pnMhAQIECBAg0BKB5ucZPWha0jCKQWARAtIkQIBAXwWaH2j6Wk/1IkCAAAECBPoroAdNf9t2FTWTJwECBAgQWImAAM1K2GVKgAABAgQIzFGgGaBpeQ+aOdZcUgQIECBAgEBvBARoetOUKkKAAAECBPYIrN9L8/PM8etHoMYECBAgQIBA1wWaH2i6Xh/lJ0CAAIElCMiCQMsEmj1oBGha1kCKQ4AAAQIECGwvIECzvZEzCBBYvoAcCRAgMItA8/OMIU6z6DmXAAECBAgQaIVA8wNNKwqlEAQWLyAHAgQIEOiRgB40PWpMVSFAgAABAusqIECzqJaXLgECBAgQILAsgebnGT1oliUvHwIECBAgQKCUORk0P9DMKVnJECBAgAABAgSWJqAHzdKoZUSAAAECqxCQ53oICNCsRzurJQECBAgQ6LNA8/OMHjR9bm11I0BgEQLSJECgBQLNDzQtKJIiECBAgAABAgRmEtCDZiYuJxNYhYA8CRAgQGA7AQGa7YQcJ0CAAAECBNouIEDT9hZaRvnkQYAAAQIEOi4gQNPxBlR8AgQIECBAoDQ/zyxkiBNnAgQIECBAgMAiBZofaBaZl7QJECBAgACBzQUc2bmAHjQ7t3MlAQIECBAg0BIBAZqWNIRiECBAYPECciDQW4Hm5xk9aHrb1CpGgAABAgT6K9D8QNPfmqoZAQKLF5ADAQIEViOgB81q3OVKgAABAgQIzFFAgGaOmJJavIAcCBAgQIDABIHm5xk9aCYg2UWAAAECBAi0W6D5gabdpV186eRAgAABAgQIdE9AD5rutZkSEyBAgACBVQu0Ln8BmtY1iQIRIECAAAECMwo0P8/oQTMjoNMJECBAYBEC0iQwm0DzA81sVzubAAECBAgQILB6AT1oVt8GSkCAwCoE5EmAQK8EBGh61ZwqQ4AAAQIE1lJAgGYtm12llyEgDwIECBBYnoAAzfKs5USAAAECBAgsRqD5ecYQp8U4LyJVaRIgQIAAAQJ7BJofaPbs9kKAAAECBAgQ6IzAFj1oOlMHBSVAgAABAgTWXECAZs1vANUnQIAAgV0KuLwNAs3PM3rQtKFVlIEAAQIECBCYSaD5gWami51MgAABAosXkAMBAtsK6EGzLZETCBAgQIAAgbYLCNC0vYWUj8DiBeRAgACBrgs0P8/oQdP1FlV+AgQIECCwhgLNDzRrSKDKixeQAwECBAgQWKiAHjQL5ZU4AQIECBAgsAyBfgRoliElDwIECBAgQKCtAs0AjR40bW0p5SJAgAABArsV6PH1AjQ9blxVI0CAAAECayLQ/Dxz/JrUWzUJECBAYAECkiSwKoHmB5pVlUO+BAgQIECAAIGdCjR70AjQ7FTSdQQILENAHgQIEJgoIEAzkcVOAgQIECBAoEMCzc8zhjh1qPEUdREC0iRAgACBLgo0P9B0sQ7KTIAAAQIECKy3gB40y25/+REgQIAAAQJzFxCgmTupBAkQIECAAIHdCsx4ffPzjB40MwI6nQABAgQIEFi9QPMDzepLpAQECBAgQGDxAnLol4AeNP1qT7UhQIAAAQJrKSBAs5bNrtIECCxeQA4ECCxRoPl5Rg+aJeLLigABAgQIEJiPQPMDzXxSlQoBAosXkAMBAgQIVAJ60FQSXgkQIECAAIHOCgjQdLbpFl9wORAgQIAAgY4INAM0etB0pOEUkwABAgQIENgrsMoAzd5SWCNAgAABAgQI7Fyg+Xnm+J0n5UoCBAgQIEBgAQKSnEKg+YFmikucQoAAAQIECBBolUCzB40ATauaR2EIECCwDAF5EOi+gABN99tQDQgQIECAwLoLND/PGOK07neE+hNYhIA0CRAgsGCB5geaBWcneQIECBAgQIDA3AX0oJk7qQRXISBPAgQIEFhvAQGa9W5/tSdAgAABAn0QaH6e0YNmcqvaS4AAAQIECLRYoPmBpsVFVTQCBAgQIECg3QIrK50eNCujlzEBAgQIECAwLwEBmnlJSocAAQIEFi8gBwKTBZqfZ/SgmexkLwECBAgQINBigeYHmhYXVdEIECCweAE5ECDQSQE9aDrZbApNgAABAgQI1AUEaOoa1gksXkAOBAgQIDB/gWaARg+a+RtLkQABAgQIEFiwgADNgoGXn7wcCRAgQIDA2gk0P88cv3YCKkyAAAECBAh0XqD5gWb7CjmDAAECBAgQINAugWYPGgGadrWP0hAgQIBAVwWUe6kCAjRL5ZYZAQIECBAgsACB5ucZQ5wWgCxJAgQILEJAmgQI7BVofqDZe8QaAQIECBAgQKAbAnrQdKOdlJLAKgTkSYAAgc4ICNB0pqkUlAABAgQIENhEoPl5Rg+aTaDsXoSANAkQIECAwHwEmh9o5pOqVAgQIECAAAECyxPodw+a5TnKiQABAgQIEFihgADNCvFlTYAAAQIE2iDQgzI0P8/oQdODRlUFAgQIECCwbgLNDzTrVn/1JUCAAIHFC8iBwKIF9KBZtLD0CRAgQIAAgYULCNAsnFgGBAgsXkAOBAisuUAzQKMHzZrfEKpPgAABAgS6KCBA08VWU+blC8iRAAECBNos0Pw8c3ybC6tsBAgQIECAAIFJAs1Kl8AqAAAQAElEQVQPNJPOsW8JArIgQIAAAQIEdizQ7EEjQLNjShcSIECAAAECixbYLH0Bms1k7CdAgAABAgS6ItD8PGOIU1daTjkJECBAYBEC0uyoQPMDTUerodgECBAgQIDAGgvoQbPGja/qBAisQkCeBAgsQkCAZhGq0iRAgAABAgSWKdD8PKMHzTL15UVgEQLSJECAwBoKND/QrCGBKhMgQIAAAQIdF9CDpuMNuIriy5MAAQIECLRNQICmbS2iPAQIECBAgMCsAs3PM23oQTNrHZxPgAABAgQIrLlA8wPNmnOoPgECBAgQ6IqActYE9KCpYVglQIAAAQIEuikgQNPNdlNqAgQILF5ADgS6I9AM0OhB0522U1ICBAgQIEBgj4AAzR4ILwQILF9AjgQIEJiTQPPzzPFzSlcyBAgQIECAAIGlCTQ/0CwtYxkRWIKALAgQIEBgPQSaPWgEaNaj3dWSAAECBAj0SkCAZlfN6WICBAgQIECgBQLNzzOGOLWgURSBAAECBAj0S2DxtWl+oFl8jnIgQIAAAQIECMxXQA+a+XpKjQABAgRWISDPtRcQoFn7WwAAAQIECBDovEDz84weNJ1vUhUgQGARAtIkQKDdAs0PNO0urdIRIECAAAECBPYV0INmXxN7CKxCQJ4ECBAgsAsBAZpd4LmUAAECBAgQaIVA8/OMHjStaJZFFEKaBAgQIECgvwLNDzT9ramaESBAgAABAn0UyGeZQa1iCc78sbY926qzCRAgQIAAAQIrEsiHmhVlLVsCBAgQILB+Amo8d4Hm8KYEaOaeiQQJECBAgAABAosWEKBZtLD0CRAgsFwBuRFYN4HmZ5nj1w1AfQkQIECAAIF+CDQ/1PSjVmpBgMACBSRNgACBVgk0e9AI0LSqeRSGAAECBAgQmFZAgGZaKectT0BOBAgQIEBgeoHmZxlDnKa3cyYBAgQIECDQIoHmh5oWFW1xRZEyAQIECBAg0BsBPWh605QqQoAAAQIE5i/QpRQFaLrUWspKgAABAgQINAWan2X0oGkK2SZAgACBRQpIm8DcBJofauaWsIQIECBAgAABAksQ0INmCciyIEBglQLyJkBgXQQEaNalpdWTAAECBAj0U6D5WUYPmn62s1otUkDaBAgQINAKgeaHmlYUSiEIECBAgAABAlMK6EEzJdQqT5M3AQIECBAgsL2AAM32Rs4gQIAAAQIE2iuQAE29dHrQ1DWsEyBAgAABAp0REKDpTFMpKAECBAisTkDOLRZofpY5vsVlVTQCBAgQIECAwKYCzQ81m57oAAECBAgsUEDSBAjsVKDZg0aAZqeSriNAgAABAgRWKiBAs1J+mRNYnoCcCBAg0FOB5mcZQ5x62tCqRYAAAQIE+i7Q/FDT9/qq3+IEpEyAAAECBFYhoAfNKtTlSYAAAQIECMxdoEMBmrnXXYIECBAgQIBA9wWan2X0oOl+m6oBAQIECKy9wHoCND/UrKeCWhMgQIAAAQJdFdCDpqstp9wECBBYpYC8CbRQQICmhY2iSAQIECBAgMDUAs3PMnrQTE3nRAIEFikgbQIECMwq0PxQM+v1zidAgAABAgQIrFJAD5pV6st7lQLyJkCAAIGeCQjQ9KxBVYcAAQIECKyZQDNAowfN3G4ACREgQIAAAQLLFBCgWaa2vAgQIECAAIG9AvNZa36WOX4+yUqFAAECBAgQILBcgeaHmuXmLjcCBAgQILBAAUmvhUCzB40AzVo0u0oSIECAAIH+CQjQ9K9N1YgAgeUJyIkAgdULND/LGOK0+jZRAgIECBAgQGAHAs0PNTtIwiUECCxOQMoECBAgsI2AHjTbADlMgAABAgQIdENAgKYb7bS4UkqZAAECBAh0W6D5WUYPmm63p9ITIECAAIG1FWh+qJk7hAQJECBAgAABAgsU0INmgbiSJkCAAAECswg4d3cCAjS783M1AQIECBAgsFqB5mcZPWhW2x5yJ0CAwCIFpE2g1wLNDzW9rqzKESBAgAABAr0T0IOmd02qQgRWKSBvAgQIrE5AgGZ19nImQIAAAQIEdi8gQLN7QyksU0BeBAgQIEBgEwEBmk1g7CZAgAABAgQ6IdD8LLP2Q5w60WoKSYAAAQIECOwj0PxQs88JdhAgQIAAAQIEagJtW9WDpm0tojwECBAgQIDAjgQEaHbE5iICBAgQWJyAlAnMJND8LKMHzUx8TiZAgAABAgTaItD8UNOWcikHAQIEFicgZQIE+iSgB02fWlNdCBAgQIDAGgsI0Kxx46v64gSkTIAAAQJLE2h+ltGDZmn0MiJAgAABAgTmKdD8UDPPtKW1OAEpEyBAgAABAicI6EFzgoN/CRAgQIAAgY4LbBKg6XitFJ8AAQIECBBYF4FmgEYPmnVpefUkQIAAgTkJSKYtAgI0bWkJ5SBAgAABAgR2ItD8LHP8ThJxDQECBAgsUEDSBAhMJdD8UDPVRU4iQIAAAQIECLREoNmDRoCmJQ2jGASWKSAvAgQI9EFAgKYPragOBAgQIEBgfQWan2UMcVrfe2GRNZc2AQIECBBYuEDzQ83CM5QBAQIECBAgQGCOAj3pQTNHEUkRIECAAAECnRQQoOlksyk0AQIECBCYUaC/pzc/y+hB09+2VjMCBAgQINBrgeaHml5XVuUIECBAYHECUiawIgE9aFYEL1sCBAgQIEBgvgICNPP1lBoBAosTkDIBAgQmCTQ/y+hBM0nJPgIECBAgQKD1As0PNa0vsAISWJyAlAkQIECggwJ60HSw0RSZAAECBAgQ2FdAgGZfk8XtkTIBAgQIECAwb4FmgEYPmnkLS48AAQIECBCYXWAHVwjQ7ADNJQQIECBAgEBrBJqfZY5vTckUhAABAgQILFBA0v0TaH6o6V8N1YgAAQIECBDos0CzB40ATZ9bW90IEFimgLwIEFiygADNksFlR4AAAQIECMxVoPlZxhCnufJKjMAiBaRNgAABAnWB5oea+jHrBAgQIECAAIG2C+hB0/YWWmX55E2AAAECBDokIEDTocZSVAIECBAgQGAfgeZnmaX2oNmnNHYQIECAAAECBHYo0PxQs8NkXEaAAAECBAgsQECS2wvoQbO9kTMIECBAgACBDggI0HSgkRSRAAECixOQMoHOCzQ/y+hB0/kmVQECBAgQILCeAs0PNeupoNYECCxOQMoECBBYrIAeNIv1lToBAgQIECCwJAEBmiVBy2ZxAlImQIAAgbUWaAZo9KBZ69tB5QkQIECAQHcFBGi2bztnECBAgAABAu0VaH6WOb69RVUyAgQIECBAoOUCKy1e80PNSgsjcwIECBAgQIDAjALNHjQCNDMCOp0AAQIElikgLwKbCwjQbG7jCAECBAgQINB+geZnGUOc2t9mSkiAwCIFpE2AQGcFmh9qOlsRBSdAgAABAgTWUkAPmrVsdpVepYC8CRAgQGAxAgI0i3GVKgECBAgQILAcgeZnGT1oluO+yFykTYAAAQIE1lKg+aFmLRFUmgABAgQIEOiswA560HS2rgpOgAABAgQI9FhAgKbHjatqBAgQILAiAdkuU6D5WUYPmmXqy4sAAQIECBCYm0DzQ83cEpYQAQIECCxOQMoECGwI6EGzQWGFAAECBAgQ6LKAAE2XW0/ZCSxOQMoECBDoisDtGwXVg6YBYpMAAQIECBDohoAATTfaqYelVCUCBAgQILAQgeMXkqpECRAgQIAAAQILFuhvgGbBcJInQIAAAQIEWikgQNPKZlEoAgQIECCwQIGeJC1A05OGVA0CBAgQINBhgaOGZX/RcDlyuDxvuPzTcHnWcHn6cHnqcHnScHnCcHnscHnUcHnEcHnocHnwcGn+XGu44x7D5W7D5S7D5YjhcsfhkqFQtx2+3ma43HK43Hy43HS43Gi43GC4XG+4XGe4+CFAgAABAvsI2EFgGQICNMtQlgcBAgQIECCwlcA7hwcTQLnT8DUBlbsOXxNguefw9W+Hy72Hy32Hy/2Hy4OGSwIzDxu+JlAzfBn7SRDmGcM9CfA8Z/iagM8Lhq8JAL1k+Pqy4fLK4fKa4XL0cHnDcHnjcHnzcPnBcPFDgACBVQjIkwABAkWAxk1AgAABAgQIrFrg5cMCfHq4rPLnFcPMPzJc/BDoqYBqESBAgEDbBQRo2t5CykeAAAECBNZD4GkrruYTV5x/97NXAwIECBAgQGBXAgI0u+JzMQECBAgQIDAngRcP0/nicNn0Z4EHkvenFpi+pAkQIECAAAEC2woI0GxL5AQCBAgQWBMB1Vy9wKp60eg9s/q2VwICBAgQILD2AgI0a38LACBAYHkCciJAYBuBTOj71W3Omffh5PmFeScqPQIECBAgQIDArAICNLOKOZ9AmwWUjQABAt0XWHYvGr1nun/PqAEBAgQIEOiFgABNL5pxeZWQEwECBAgQWLDAs4bpf2u4LOPnmcNMlt1jZ5ilHwIECBAgQIDAvgJtC9DsW0J7CBAgQIAAgXUTWFYvmietG6z6EiBAgACBFgkoSkNAgKYBYpMAAQIECBBYuUACNN9bcCmePEz/m8PFDwECBAj0VkDFCHRLQICmW+2ltAQIECBAYB0E/jCsZII0w5eF/Px+mKreM0MEPwQI7FLA5QQIEJijgADNHDElRYAAAQIECMxN4OnDlH48XBbxk+DMonvoLKLc0lxDAVUmQIAAgfUREKBZn7ZWUwIECBAg0CWBXw8Lu4heNL8apuubm4YIe368ECBAgAABAi0REKBpSUMoBgECBAgQ6KfArmqVAM3Pd5XCvhen98yieubsm5s9BAgQIECAAIEpBQRopoRyGgECBAi0VECx+iyQ4EyCNPOq40+HCek9M0TwQ4AAAQIECLRPQICmfW2iRAQItExAcQgQWKlA5qL5zZxKkN4zv5hTWpIhQIAAAQIECMxVQIBmrpwSI7AjARcRIECAwOYCPxoemkcvmu8P09F7ZojghwABAgQIEGingABNO9tlzqWSHAECBAgQ6LRAAjR/2GUN0nvmt7tMw+UECBAgQIAAgYUJzCdAs7DiSZgAAQIECBAgUL43NMhQp+HLjn6+PbxK75khgh8CBAgQILBrAQksTECAZmG0EiZAgAABAgTmKJBeNDtNLr1ndnqt6wgQIEBgyQKyI7CuAgI069ry6k2AAAECBLol8M1hcZ81XGb9+drwgt30vhle7ocAgZ4JqA4BAgRaKSBA08pmUSgCBAgQIEBggsBOetEY2jQB0q5FC0ifAAECBAjMLiBAM7uZKwgQIECAAIHVCHx1mO3zh8u0P18anvic4dK/HzUiQIAAAQIEeicgQNO7JlUhAgQIECCwe4EWpzBLLxq9Z1rckIpGgAABAgQIjAsI0Ix72CJAgACB5QjIhcBOBb4wvPDFw2W7n88MT3jhcPFDgAABAgQIEOiEgABNJ5pJIQkQmF3AFQQI9Fhgmkl/fXNTj28AVSNAgAABAn0UEKDpY6uq03IE5EKAAAECqxL41DDjVwyXzX4+TxJ3XwAAEABJREFUNjzw0uHihwABAgQIECDQGQEBmhY3laIRIECAAAECmwpsNReN3jObsjlAgAABAgQItFEgZRKgiYJlnQX+OKy8pRQGDNwD7oGu3QMfGf7+3uznVcMDXauP8noPugfcA+t6Dwx/ZftZgoAsOiAgQNOBRlJEAgQIECBAgAABAgQItFtA6QgQ2K2AAM1uBV1PgAABAgQIECBAgMDiBeRAgACBngsI0PS8gVWPAAECBAgQIEBgOgFnESBAgACBVQoI0KxSX94ECBAgQIDAOgmoKwECBAgQIEBgUwEBmk1pHCBAgAABAl0TUF4CBAgQIECAAIGuCgjQdLXllJsAAQKrEJAnAQIECBAgQIAAAQILERCgWQirRAkQ2KmA6wgQIECAAAECBAgQILCOAgI069jq613nmWr/xz/+sVgYuAfcA+4B94B7wD3gHnAPuAd2dg/M9OHbyQTWXECAZu43gAQJECBAgAABAgQIECBAgACB/gvMt4YCNPP1lBoBAgQIECBAgAABAgQIEJiPgFTWSkCAZq2aW2UJECBAgAABAgQIECCwV8AaAQLtERCgaU9bKAkBAgQIECBAgACBvgmoDwECBAhMKSBAMyWU0wgQIECAAAECBNoooEwECBAgQKAfAgI0/WhHtSBAgAABAgQWJSBdAgQIECBAgMASBARoloAsCwIECBAgsJWAYwQIECBAgAABAgQEaNwDBAgQ6L+AGhIgQIAAAQIECBAg0HIBAZqWN5DiEeiGgFISIECAAAECBAgQIECAwG4EBGh2o+fa5QnIiQABAgQIECBAgAABAgQI9FhAgGZP43ohQIAAAQIECBAgQIAAAQIE+i/Q1hoK0LS1ZZSLAAECBAgQIECAAAECBLoooMwEdiQgQLMjNhcRIECAAAECBAgQIEBgVQLyJUCgjwICNH1sVXUiQIAAAQIECBAgsBsB1xIgQIDA0gUEaJZOLkMCBAgQIECAAAECBAgQIECAwLiAAM24hy0CBAgQIECgHwJqQYAAAQIECBDolIAATaeaS2EJECBAoD0CSkKAAAECBAgQIEBgfgICNPOzlBIBAgTmKyA1AgQIECBAgAABAgTWRkCAZm2aWkUJ7CtgDwECBAgQIECAAAECBAi0Q0CAph3t0NdSqBcBAgQIECBAgAABAgQIECAwhUDHAzRT1NApBAgQIECAAAECBAgQIECAQMcF+l98AZr+t7EaEiBAgAABAgQIECBAgMB2Ao4TWLGAAM2KG0D2BAgQIECAAAECBAish4BaEiBAYCsBAZqtdBwjQIAAAQIECBAg0B0BJSVAgACBDgsI0HS48RSdAAECBAgQILBcAbkRIECAAAECixIQoFmUrHQJECBAgACB2QVcQYAAAQIECBBYUwEBmjVteNUmQIDAugqoNwECBAgQIECAAIE2CgjQtLFVlIkAgS4LKDsBAgQIECBAgAABAgRmFhCgmZnMBQRWLSB/AgQIECBAgAABAgQIEOibgABN31p0HvWRBgECBAgQIECAAAECBAgQILBUgZUEaJZaQ5kRIECAAAECBAgQIECAAAECKxGQ6fQCAjTTWzmTAAECBAgQIECAAAECBNoloDQEeiMgQNObplQRAgQIECBAgAABAgTmLyBFAgQILEdAgGY5znIhQIAAAQIECBAgMFnAXgIECBAgMBQQoBki+CFAgAABAgQI9FlA3QgQIECAAIH2CwjQtL+NlJAAAQIECLRdQPkIECBAgAABAgR2KSBAs0tAlxMgQIDAMgTkQYAAAQIECBAgQKDfAgI0/W5ftSNAYFoB5xEgQIAAAQIECBAgQGCFAgI0K8SX9XoJqC0BAgQIECBAgAABAgQIENhMQIBmM5nu7VdiAgQIECBAgAABAgQIECBAoKMCMwRoOlpDxSZAgAABAgQIECBAgAABAgRmEHDqKgQEaFahLk8CBAgQIECAAAECBAiss4C6EyCwj4AAzT4kdhAgQIAAAQIECBAg0HUB5SdAgEDXBARoutZiykuAAAECBAgQINAGAWUgQIAAAQJzFRCgmSunxAgQIECAAAEC8xKQDgECBAgQILBOAgI069Ta6kqAAAECBOoC1gkQIECAAAECBFojIEDTmqZQEAIECPRPQI0IECBAgAABAgQIEJhOQIBmOidnESDQTgGlIkCAAAECBAgQIECAQC8EBGh60YwqsTgBKRMgQIAAAQIECBAgQIAAgcULCNAs3njrHBwlQIAAAQIECBAgQIAAAQIE+i+wTQ0FaLYBcpgAAQIECBAgQIAAAQIECHRBQBm7LSBA0+32U3oCBAgQIECAAAECBAgsS0A+BAgsUECAZoG4kiZAgAABAgQIECBAYBYB5xIgQGB9BQRo1rft1ZwAAQIECBAgsH4CakyAAAECBFoqIEDT0oZRLAIECBAgQKCbAkpNgAABAgQIENiJgADNTtRcQ4AAAQIEVicgZwIECBAgQIAAgR4KCND0sFFViQABArsTcDUBAgQIECBAgAABAssWEKBZtrj8CBAohQEBAgQIECBAgAABAgQIjAkI0Ixx2OiLgHoQIECAAAECBAgQIECAAIEuCQjQ7Ky1XEWAAAECBAgQIECAAAECBAj0X2BpNRSgWRq1jAgQIECAAAECBAgQIECAQFPANoETBARoTnDwLwECBAgQIECAAAECBPopoFYECHRCQICmE82kkAQIECBAgAABAgTaK6BkBAgQILB7AQGa3RtKgQABAgQIECBAYLECUidAgAABAr0XEKDpfROrIAECBAgQILC9gDMIECBAgAABAqsVEKBZrb/cCRAgQGBdBNSTAAECBAgQIECAwBYCAjRb4DhEgACBLgkoKwECBAgQIECAAAEC3RUQoOlu2yk5gWULyI8AAQIECBAgQIAAAQIEFiQgQLMgWMnuRMA1BAgQIECAAAECBAgQIEBgPQXWK0Cznm2s1gQIECBAgAABAgQIECBAYL0EOlhbAZoONpoiEyBAgAABAgQIECBAgMBqBeROYN4CAjTzFpUeAQIECBAgQIAAAQIEdi8gBQIE1kxAgGbNGlx1CRAgQIAAAQIECJwg4F8CBAgQaJOAAE2bWkNZCBAgQIAAAQJ9ElAXAgQIECBAYGoBAZqpqZxIgAABAgQItE1AeQgQIECAAAECfREQoOlLS6oHAQIECCxCQJoECBAgQIAAAQIEliIgQLMUZpkQIEBgMwH7CRAgQIAAAQIECBAgUIoAjbuAQN8F1I8AAQIECBAgQIAAAQIEWi8gQNP6Jmp/AZWQAAECBAgQIECAAAECBAgQ2J1AFwI0u6uhqwkQIECAAAECBAgQIECAAIEuCKx1GQVo1rr5VZ4AAQIECBAgQIAAAQLrJKCuBNorIEDT3rZRMgIECBAgQIAAAQIEuiagvAQIENihgADNDuFcRoAAAQIECBAgQGAVAvIkQIAAgX4KCND0s13VigABAgQIECCwUwHXESBAgAABAisQEKBZAbosCRAg0EaBb33rW+V5z3teudrVrlbOfOYzl8FgsLGc+MQnLgceeGC59a1vXY4++ujyv//7v22sgjJ1RqA7Bf3v//7vco5znGPjvTAY7H1fDAbTrZ/+9KcvBx98cLnzne9c3vzmN5df/vKXUwPc7na3G8s721Nf7EQCBAgQIECgUwIn6lRpFZYAAQIE5irwu9/9rrz61a8uBx10UDn72c9e7nKXu5R3vetdJQ+l9Yz+8Ic/lK9//evlla98Zbn5zW9e9t9//3L729++fPvb366f1p71WkmOP/748trXvrY8+MEPru21SmB5Aj/4wQ/Kl770pfL85z+//OVf/mXZb7/9yj3vec/ys5/9bHmFkBMBAgQIECDQegEBmtY3kQISINBGga6X6Y9//GN597vfXc53vvOVW97yluWrX/3qzFU66qijyjnPec7yjGc8oyQIMnMCC74gdfzQhz5ULnOZy5TDDjusfPOb31xwjpInMJ1AAp7PfOYzywUucIHyyU9+crqLnEWAAAECBAj0XkCApvdNrIIdFVBsAgsTSK+ZRz/60eWqV73qloGZ053udOVsZzvbaDn5yU8+sTxJ6173ule5293uVv7v//5v4jmr2pkH4Etf+tLlIx/5yKqKIF8CWwpkWGF6pH3jG9/Y8jwHCRAgQIAAgfUQEKBZj3aeUEu7CBBYR4EEVBJMmTTcJwGZBG6+9rWvlfyF//vf//6o10l6nvziF78oP//5z8vrX//60VwaTbvMXZNATdJvHlvVdtsCRqtykO/8BW5729uW9NCaZsl76Yc//GF5//vfPxre1CzNf/7nf5b73ve+pU3vnWYZbRMgQIAAAQLLEVhcgGY55ZcLAQIECEwpkIfJpz71qeXII48cu+JEJzpReexjH1vyV/wHPvCB5YADDhhNSjp20nDjFKc4RbnxjW9cPvvZz5anPe1pJdcNd2/8JN0XvvCFG9tWCBAoo/fSaU972nLZy162vPGNbxzN+dR87yTwedxxxxX/ESBAgACBzgoo+FwEBGjmwigRAgQItF8g3x7zgAc8YKygmez32GOPLfe///3LyU52srFjm23kG53SWyYT7zYfNB/xiEeUr3zlK5tdaj+BtRYYDAajSbYTEK1DpJdNJuBOELW+3zoBAgQI7BWwRmAdBARo1qGV1ZEAgbUXyHCl9I7Jg2CFcdKTnrS8/OUvL1e72tWqXTO9pjdN0qxflG9/etaznjUa/lHfb50AgRMEBoNByVdlH3zwwSfs2PPvhz/84fKjH/1oz5YXAgRWICBLAgQIrFxAgGblTaAABAgQWLxAert87nOfG8voYQ97WLnOda4ztm+WjcFgUI444ohy0EEHjV32ute9rnz9618f22eDAIG9Amc4wxnK1a9+9b07hmt5z2SY4XDVT28FVIwAAQIECGwtIECztY+jBAgQ6LzA//7v/456ytQrkr/e3+EOdxjNj1HfP+t6vuXp1re+9dhl3/nOd0q+3nps5yYbv/71r8vb3va2cuc733k0+XB69QwGg1G5BoNByXbKmiFVSXO7r/NOz4TB4ITrM2yrnu1LX/rSjXQHg0E59NBDSyY/rp8zaf2Xv/xlOfroo8u1rnWtcprTnGYsjXOc4xzl8MMPLx/4wAd2/VXj6X30hCc8oRxyyCGjeg8GJ9TjLGc5S7nLXe5SPv/5z2/0TEq5Dx2WfzA44ZyUI9dPKv+kfZmQ9u1vf3u5xS1uUU5/+tOP1Sl1TK+q9K7KvTPp+kn7tipTyn7d6163ZHjcYDAomc8onhl2l0lyz3rWs46V4fGPf/ykLLbcl0mhk+ZgcILJYDAor3jFK7a8ZpUH0671/H/729/u/pvQ6gkO19POH/zgB8vf//3fj+6ruA8Ge33SHgceeGDJPZz7IecPL9v2J/da7rnB4IS0ci+m/asL8+1U//iP/1jOfe5zb7T5YDAY3Wu552Z5v+ReGAxOyGcwGJTcM1U+KW+20+65bweDE87L7428j5785NMa0qEAABAASURBVCfvulfSIt7/m/lliNt73vOecpnLXGbj/ZB6zWpW+XglQIAAge4JnKh7RVZiAgQIEJhFIF8zneET9WsyPCl/xa/v2+n6TW9603LOc56z3OQmNykve9nLSgI0hx122JbJ/exnPxt9c81+++1Xrn3ta5fnP//55Utf+tI+32STB7Dsf8YznlEufelLl/Oe97zl3e9+90agYstMdnkwD/wJmJz61KcezRuSuXp+8pOfjKWab7h6yUteUi53ucvtuGx5ALznPe9ZznzmM5d/+Id/KJ/61KfGHL773e+WfEvW+c9//pHx9773vbEyzLKROuXrx//8z/+8XPOa1yyvec1ryg9+8IOxJFLHd73rXeWv/uqvRgGplC3tlZNmXTKkLkPeLnjBC5a3vvWto28HSxqpczz/8i//siSvZm+SY445ZqrgWdKqlgSB3vve91abJQGQTMy7saPlK7///e9L7OdRzHo752E/k4Pnvop7Pf20T3ru5B7O/ZD74lWvetWOg41JP/fL2c9+9pJvhMt8VMmjyjP3Wu656v2S303VsVlf//3f/72c73znG30zVu6lul1+b6S+97nPfUrqlG/JiskseeT8Zbz/qzL95je/Gf1OvNKVrlQSVKv2p14xu/zlL1/+7d/+rdrtlQABAgR6KnCintZLtQgQIEBgj0A+1Ocvs3s2y//7f/9vFBSptnf7eoELXKB89atfLRnadJvb3GYUaBgMBpsm+8lPfrLkmic96UljgYhSyqbXVAeSz1WvetXylKc8ZaFBmjy0XvGKVxwFTPKwV+W/1WtVtjwMTnvNt7/97ZLeBwmabJV2deyf//mfS8qVB99q37SvCexc//rXL3mAnjbgkofrlO1Sl7pU+cIXvjBtVhvn5Z5I76eks7GztpIgSgIDCegNBnvvmTy4JzBXO3Xb1Xe+853lV7/61cZ5CfoccMABG9ttX/mzP/uz0Xtnt+XMPZV7ZJZ2rvLMfXGrW92q3P3ud5/5vZl8Z7mX835JoOYNb3hDlf1Ur/ldlqDfVa5yldHvnWkuyu+aBKWn7RG2rPd/Vfa8PxJES4+fal/z9ZKXvGS5xCUu0dxtmwABAgR6JiBA07MGVR0CBLYSWL9j+Yt2hgbVa56/bmfoQX3fstYzx8bNb37zkiEQzTxTrhz767/+65IlgZiTn/zkzdNG2w95yEPKxz/+8dF6/Z88mObaLBe72MXqh0oe1rO/WjLkJsGqsZOGGynjNa5xjfLRj350uDX+k14uVRnzmuFB42eUkoesu93tbts+4OZhMUNLJuWT4SO3ve1tRw55MKt/W1aGBCWo8eUvf7mZ9abbqVNs0luleVKMb3CDG4zy2qxOX/ziF0eBoUllbaZXbaeNE6zKw2f27b///qOeSBlal55Q2XfDG96wpF0ucpGLjHogZV+WBFoydCXr0yyxTPCqOncwGJRm0Kc61obXBBliWi9LepOlt1Z936zrcTj88MMn3runO93pStXOeQ9kfbP80mNrFv8f/vCHJcHZ+v1xkpOcpOQ9nLxyL+eebtYngcz0Gsu90jy22Xa+7aoZ9EvaySN5Jc/k3bw+Qymf+9znNnfvs533yjLe//WM02PmMY95zMau/J5JfbJkPQfie6pTnSqrFgIECBDosYAATY8bV9VWICBLAi0TyF/E80BfL1bmdFnFB/0M4XjkIx9ZmuW5613vWvKAlwejdOXPcKcs6RHx85//vLz//e8fzU9Tr0Me4F/84hfv04vmjne842i4VK6/2c1uVr9kFGDI/mpJ8OBP//RPx87JA27SaJbxRje6Ufmv//qv0fCtqox5Ta+UDKU45JBDxtI58sgjS4Zlje2sbcQic+Q0Ayb5C3kmc85f8DPsJGVNgC3DHNKroUoi38qVeSyq7a1eMzdIHlybdcp9ENsYv/GNbxy5pU7/8z//U1KGlKWebtoow57SU6K+f7P1BCHyAJ7jf/d3f1cyVCvpv/CFLywJTmR4WOYpGQwGJcPt0uMl51ZLHqjTHtX2Vq8Z3vSJT3xi45QEgBL02djRspW07zve8Y6xUqXMkwJ+Yydts5EARPOeyjCy3Lu5Z6p2zn2V9R//+Mejtkjwrp502i7nZJhPff9m67lfPvaxj40OJ9CU+YsSHM57OOnkXk6d817JfTc6cc8/6Q32L//yL3u2tn/JPVQF/ar3ZdJOHskreea+efjDH75PYkcddVTJ/b3PgT07ct0y3v97stt4yfsk5gnEPu1pTyt5b6Q+WfJ+S2+j9GzauMAKAQIECPRW4ES9rVlPK6ZaBAgQmEUgD8V5sK5fc65znas0AxP144taz0P561//+rHk84D+7Gc/u5z2tKcd219tDAaDknlEMnHmxS9+8Wr36DWBi5/+9Kej9Xn9M+kBN3/ZziTBBx544D7ZDAaDcqELXai8733vG/UgqJ+QnjR5+Kzvq9b/4z/+o7zoRS+qNkev+Qt5hqP9xV/8xWi7/k8eehPwSVAqD3H1Y9ut52G5GQzIvEH5q31sB4O9Q4uqtFKGBG/ufe97V7tGr2nDDBfJw+RoxxT/pEdHJno92clONnZ2Jpg+4xnPuLHvlre85Why5GpHAi4JvFTbW71mDpJMsludk+EsCfpU2216jd3Tn/70UbCvXq5DDz10NHlyfd8s6wk8HDUMQNSvSZAyw8wm3bvVeQkMJRiWOaSqfXlNMGXaIGDOz5KeeQnUZOLwSb1Y8l5JXjkv51dLyphAYrU9zetW78vcaw9+8INL7rt6Wrl/83ujvq++vqz3fz3P+vqjHvWo0RDETN5c7R8MBqM5vjJZcLXPKwECBAj0V6AZoOlvTdWMAAECBEYCmfdjtLLkf/LA/9Of/nQj1/wlPb1CBoN9AwQbJ+1ZyfCMv/3bv92zdcJLHh7zV/oTtnb/76QH3PQ8yUSj9QemSTllmFD+8l3vdZLyJTjSPD+9Z/7pn/6p1AMKmQA4AZ2k0zy/2h4MBiXfUvXABz6w2rXta3oEHNV4aE8Z8yC6XS+qPGA/9rGPLXnIr2eUb0aaNnCSb9M54ogjStKqpzFpPUGheq+X+CTwMunc+r70LnrLW96ysSt5Xu9619vYbtNKeqQ87GEPKwnQ1MuViWybzvXj06x/5jOfGU20XZ27//77lwwFnMY+AY28v+pD/nLv/OhHP6qS2/Y1gcMEWw866KAtz81wpMyPUz8pgcz674b6sUnrad+Ud6v35WBwwvslv2fqaXz2s5+tb26sL+v9v5FhYyW/l/NtTYPB9r8PG5faJECAwG4EXNsyAQGaljWI4hAgQGCeAulBk+FA9TSneWCrnz+v9fwVPw/rF77whUvmvpi1l0MetDKRalWePJjnoara3u1req/kL+xVOmc605nK/e53v6mCC7kmvYDydcZZr5b0vGn2YMrwheOOO646ZfSankTTDG8ZDAajCVxjMbpwm38y2W79G7wGg0F5xCMesWmPpWZyuVfykJ+H/epY6vOv//qv1eaWr+kxMW1ZEzDKkJV6gultkUBBfV9zPT02slT7E+RJsKfaXvVreoYkKJDeEQlOxL9Zptw3uy1zgpgJeGZC56xnyNi09ilPetZV851kO8GkDOHL+jTLFa5whdHXQ09zboYE1oNBs76XEzhNUGm7vPKeTPCzft5mk08v6/1fL0t9Pd9Sl15l9X3WCfRDQC0IEJhFQIBmFi3nEiBAoAcCzeEFy6pSJt7M5KP5FqfMfZGv4V1W3tvlk2Enzd4amYg3D63bXVs/ngl968N2MpFvPeiTczO8qf7gm4f2PNzm2DRLhu4kuDXNuXnoTN2qczNxch7gq+1pXvOQn4lX6+dmyNmvf/3r+q6J6+c5z3lKPbgz8aTazkzcXD8/gZf0DKmdss/qm970prG5iDJULMGefU6c446XvvSlZTAYTLWc8pSnLPma8Qy5yddMN4sR27/5m78ZpdU8Nst2Ap8ZBpeha5lv5rWvfe3oG9tmSWM35+YbmU5xilNMlUQCQek1NNXJjZPy/sq3wDV2T9xMEChDuCYerO3Me2RZ7/9atmOrF73oRZfaXmOZd31D+QkQINAjAQGaHjWmqhAgQKApkL8yDwaDsd3TDk8Zu6jnGxlekV4O9WrmoXowGLerH5+0np4L9SEeGc6UCVTr5zbnwMjcOgm61M/Zbv3yl7/8dqeUDP9q5nWZy1xm1Htp24trJ+QhN70xartKrNLrob5v0np60AwG0xvGLvPiVGnF75hjjqk293lND6r6/DoJ7mQul31ObOmOBC0TSFl0QGkZ1U/wb9p88nspQ9GmPb9+Xu6RvM/q+7Zaz/xNWx3Pse3e/zlnmiXlSvmqc3P/Nt//1bHma37fNPfZJkCAAIH1ExCgWb82V2MCBNZIIEOJ8jDU1Sqnl0aG6OSrePNtNM3hWvOqV4IN+baUenoZXpMhWbMsmVuj2WMmQ5qqdFOffCNLtZ3XnfzlPD0Q0jMj12+2ZIhK5sGpH28O96gf22o91yVQU52TYU4ZPldtb/Z61rOedbNDE/dn8urmt9W8/e1vL2mfSRdkIuH6kJUEd+oPyJOuacO+PMjn66Lf+ta3ltOc5jQrK1K+PSgBhEy4e+UrX3n07UE7Lcyyfs/8yZ/8Scl8Nzst56Trcn8t4/0/Ke/sy3srv6uzbiFAgACB9RYQoFnv9ld7AgR6LpAP/c2/IDe/bnnVBMcff3zJkIzMy5IJaBPkyHwMGS6Rh74MyXnCE54w+prmRZU1D2j5SvJ6+umZka/LnmXJhLwJXtTTqT/45YG4mc9WE53W06mvZ76atG19X3M9eWX+k1L2HklgZ+/W9Gtph530eGjee9PkmCBLJkytzs2QuAQRqu3qNcNSMhdOXqt9Ce4kyFNtt+E1wYTUJ0OZ8q1C6cGWwFm+tWonbT9rneKTyX4T6Hz1q189mlfpale72igwlDbNcKEHPehBYxMMz5pH5obKPTnrdTs5P5ZbTaa9kzSX9f7frGxph7zHNjtuPwECBAisj4AAzfq0tZoSILCGAnmIb/ZiyMNhenLMjWMHCWX4TYIZeTjMX48zxCd/wc/8Ic985jNLhubknB0k3epLEjCp96hJYXc7OWzSWPaSnkzT9KDZSbkyUWp9Tp4ME8kwoGZayT8Bmmp/HtwT3Km2F/l629vedjTvTYIf2y0JQCZI9853vnMUHDnf+c5XFh2YSXDuzW9+c8lQuLy/Mt9LAp0JCj3xiU8s73rXuzbtlbRIN2kTIECAAAECWwsI0Gzt4ygBAi0QUISdC2QYTCahraeQITjbfTNO/fx5rudh9VWvelVJT47b3/72ZVLPiM3yyzWDwfTzmWyWjv27F8hDf4J/u09p3xSS9u1ud7uxSXMTUGj2TMoEwt/4xjc2Esg8OQcccMDG9jquJFj07ne/uyQIlCGB73//+8sf/vCHqSjy/kpvn6lOdhIBAgQIECCwEAEBmoWwSrRjAopLoLcCedjNg2u9gunBMe+K6Qg2AAAQAElEQVRhTg996EPLJS5xiZKhSAm65C/49Tyznn2ZSybDUJrDfHK8WvKQmAftm9/85uXZz372aELa3/72tyXf1rOsYQAZsvHRj3605IF3t8tLXvKSqmolw7bOfvazb2xnJUNe8tqlZdFDMi5ykYuU+rfvfOELXygZ6lQZpVdNAn3V9mAwKIcddthYUKc6ti6vuU/zfsn7vTnPUdPgTGc6U7nBDW5QMuQqvdUyX1Hu92Zvu+Z167K9qPf/uvipJwECBAjsXECAZud2M1zpVAIECKxOIN8SlAeOqgR5uN3qm3Gq86Z9TW+cY489tuQBLwGYDFs6+OCDS75hp57GG97whvKUpzylvmu0nvkwMtzpy1/+csmDYnrZfO1rXyuvec1ryt/8zd+UTFB7kpOcZHTuov5JIKs+7CRDeDIvzrzzS/Apk5zW001969vTrKdsmTdjq3NjloBQ/ZwMC6pvT7uevNI21fmxilm1Pe/XDHlLoKFKN8GHN77xjaOAWfZ961vfKu9973uzOloSzElQZ7Sxpv9kjpm8/5o9Zg455JBRoPMzn/lM+fnPfz4yzH0Qz/vd737lkpe8ZGnbvD3LbsLcy7mnq3wX9f6v0vdKgAABAn0X2Hn9BGh2budKAgQIdEIgc5zU5/RIoTOnRx5ys77b5T/+4z9KHg7r6eSh77SnPe3GrgRxnvrUp44eDqudmRfjAx/4QMlkvBnScu5zn3tlD4pnPOMZS75ZpypbXj/96U/nZa5LJjc94IADxtL8+Mc/XhI0G9u5zcYPfvCDkvlstjotwZlmXh/5yEe2umTTY7FIkKQ6IVYxq7YX8ZoeVHlwrtL+t3/7t5LJbrOdXh/f+c53sjpabnzjG5cEdUYba/hP7p+nPe1pJYGFqvoJ0OV9nvsrgc4ETnNPVMe97hXIvZx7eu+eUnLP17etEyBAoFUCCtNbAQGa3jatihEgQOAEgQwLOvzww0/Y2PPvV77ylfL85z9/LGCy59BML+lVkWEV9Yf3wWBQEnCpP1znr/eZM6SeeAI2l7nMZeq7tlzPfCP1B9AtT57x4KlOdaqSXj/1yxIQSP3q+7ZbT6+hPAhnPo/0DMo3Un3qU58au+zKV77y2HaGhFWBh7EDW2ykbHXzSaemV0R6T9SPpSzpDVPft916Hv4TSKufF6uY1ffNe/2CF7xgudjFLraRbDXMKfVOj63qQIZbXe9616s21/I1wxbzLWj1yqc3zU1vetOph31lIuME/upprMt67uXc0/X65j22iPd/PQ/rBNosoGwECKxGQIBmNe5yJUCAwFIFMlwkc8TUM818Me973/vqu2Zaz4NyvnGp/k06SeCKV7zi6Ntjsl4tCa7kQb/aPs1pTjP28F3t3+w1eWXy082O73Z/ghnXvva1x5LJA1qGbY3t3GYjvYEScMk3ZWVi22c961ml+dB70YtedPQVx1VSmbQ5eVXb270mmJN8tjsvxxMMGgz2TqycINkseSWNBHWaQ+LSxjHL8UUteWi+0Y1utJF87oGUPcNz8lodyNCm9BKrttfxNSb1SZQHg0G50pWuNHVwJmbplTRrQCLX9WHJvbys938fvOZUB8kQIECAwAQBAZoJKHYRIECgbwIZbvSP//iPJXOgVHXLxLv5ppdm74jq+HavmVPmAQ94wNhpSf9BD3rQaDLc+oHmcJxMGJz86+dstZ5A0pFHHrnVKbs+lmBGhl1VCaV8D3/4w0uGZ1X7tnpND4RHP/rRY6ekF0gCCPWdGcp1jWtco75rNDdPAi9jOzfZOOqoo8q0Q5USlMtwsyqpBDke97jHbQwVqvZv9pp2ykSy9Z5L+++/f7nuda+72SVz3Z98kl+VaL6VKMPp0mOk2pevZk8wp9pex9df//rXpT6XUdo5bTetRXrUPeYxj5n29I6cN1sxl/X+n61UziZAgACBdRMQoFm3FldfAgTWViB/Ib7jHe84Vv+f/vSn5dBDDx19+9K0fz3PeY94xCNKhk80JyQ94ogjSh50xjIZbjS/uSiTlb71rW+daohV5rjJHCMJmAyT2vjJQ2gz/42DE1Z++ctfbjnXS3ph3PrWtx67Mr1g7n73u5dcO3agsRGThz3sYSW9YeqH7nrXu5YEx+r7MvQrc4JkaE61PwGXDElJOtW+Sa9vectbykMe8pBJhybuS+CiObwteSWosV3gKQ/4CcAdffTRY2nf4ha32Gc42NgJc9w417nOVS51qUttpJihcilP2j47E7w5dHj/Zn3pS4syzPwpzfllMv9M2nC7YiY4c8Mb3rCk11fz3Gmub17T1e1lvf+76qPcBAgQILAcAQGa5TjLhQABAisXyKShT3ziE8tVr3rVsbLkISzBgXOc4xwlf0X/+te/vk/gJA/EGUaRYVE5L1+rPZbIcCPppndGAhDDzbGfzO9wlrOcZWxfevSkd8ZmQYlMYpwAx2Uve9lSH75RJZLrvve971Wb+7zm4b2+M8GW9L6o76uvDwaDcp/73Gef4MPLX/7y0ZCtDAGJQ/2arOdrsjOc5IUvfGE2N5Z43PKWt9zYrq9k7p073OEO9V0l11/rWtcqX/rSl0b76/8kQPTYxz62pMdTvTdL/ZzN1hOMyRC3+vG3ve1toyFmGTY2qU4pQ+bQefKTn1y/rKT3z/3vf/8yqY3HTpzTRuZP+qu/+quN1H784x+XV73qVRvbuTcOOuigje11Xclk0Akw1Ot/1FFHlXvd617lZz/7WX33xnp6bCXQmusyLG/jQG3lP//zP2tb/V4dDJb3/u+3pNoRIECAwG4EBGh2o+daAgQIdEwgPSryl/VrXOMa+5Q8c6VkeNKBBx44egA/61nPWtLzJa95IE+AJYGcnNe8OEN2km7Sbx7Ldh4gb3/722d1Y0nvl/TQyDWXvvSlS3rfZMlf8zNHTfJ+7nOfu3H+fvvtV854xjNubGclwaW8TlrS+2Iw2Dv/SnoLXe5ylyunP/3pR/VK0CIPqfVrU9eXvOQlZf/996/vLp/85CdLynjKU56ypHwpZyZCjsn5z3/+fYYcne1sZyuZBDl1G0toz0Y8M3wq1+7ZNXp5z3veUxLMOuCAA0YTLSef9CBJ3R/4wAeWmOXEwWBvvbK91ZKeFRkeluBK/byvfvWro2BdvU6HHXbY6NuQUoaUpX5+TBKsSoCuvn/R6wnCxHlSPre61a1W9s1fk8qzqn25z9LTq5n/c57znHLqU5+6XOhCFyrpPZf7KW0czwznS6C1eg8lgNts2/qwqWbafdxe1vu/j3bqRIAAAQLzETjRfJKRCgECBJoCttsqkODHG9/4xpIAwWZlTCDgO9/5Tkkvlrxme7Nzk07SS7qbnTMYnPDX6fQQaZ6TB8T0TkkQIcu//Mu/lOY3DaXHSSarzZwk9eubQ4rqx/JQmt4B9X1ZT4Ap9frsZz87cX6ZzNmSSWgTZMn59SU9WVK+lPOlL31pSa+i+vGs57o3velNJfPPZHuzJYGiDFlqBmlyfiZVTvrJJ71+6v4Xv/jFSyZnznnTLnnwTm+ZODavqdcpQbbvf//7zVNKgl0xic0+Bxe8I55XuMIV9sklQYYEb/Y5sKY7Eni5y13usk/tc+9kaNiLXvSikvspbdy8b9O+md8n3zpWTyA9ayb1sKqf07f13OO513PfNetWf6/k/dl0zPm5bpr3f861ECBAgACBpoAATVPEdncElJQAgR0LZOhI5jL5r//6r5KhNpncd9bE8g07CZAknaS33fX5K//rXve6co973GO7UzeOpxfNa17zmvLe9763pFdJJr3dODhcefvb316aExAPd49+EgB52tOetk9vmNHB4T8ZNjXpAWt4qBxyyCElAZyUdRab9GLIdbk+6Wy3JHCSSZpz3Xbn5vjhhx9ejjvuuFEPoFL7Lz1ytitnegdkmFeGqU3TXkk+vSoe+chHlgTHpq1TrpvnkrpNGiqWHlAHHHDAPLPqdFppq2c84xmj+aSyPk1l0jMr1ySAk/dWgpqDwd7eWQnabPYemSb9rp6Tez3v40W//7vqo9wECBAgsDgBAZotbB0iQIBA3wUynClzn+Qvw8ccc8xomNF5z3ve0bCIet3z8J+H4QwpyV/gM1wo3+KUc+vnbbd+8pOfvOSBMN/Ck8DOhS984VJ/mEw+mVMkf8n/4Ac/WBJAuvnNb15OfOITj5LOEKX9999/tJ5/MoHwJz7xiaxOXDKPSh4+Mynvmc985rFzfv/735f0VBnbWduoHl4z78nLXvay0XCgTMZaO2XklCFIL3jBC0bz5KRnS66rn7Pdes7PdZVJet7Eobou5b7zne9cEgx78YtfXGJYHate81f7Sfur49VrAjP3ve99S3oRpR1vcpOblGadsp39OZ6eTJkraJq0ywL/i3GGXVVZDAaDkh4jg8HeYEJ1bJ1f815K+2bC3wQn49ZsuwQ9Mzzv2GOPHd2zCULkvohb7r36ezrvj/QmybF1W/K+zO+qRb//181VfQkQINBmgTaUTYCmDa2gDAQIEFixwJ/+6Z+Wa13rWuV5z3teSSAgDyUZ2lAtmYvia1/7WnnFK15Rbnazm5X0htlNkRNQyNCozO2Sb2eq55OJSZ/+9KePvr2nCsxUeV3gAhcYDX+qzv/Nb35TJg1/qc7Pa3qOPPvZzy4ZqlVdV702v7Up5zeX1DUT7b7zne8sGf5TXZvXOCWQlPk9mt/W1Exnu+3K5NOf/nSJd9LPknJnLp76g3Nz4tf0MhkMpg9W5KE97ZgeTc06ZTv7czznbVfu6njmuknvnpS5Wq5//etXh+f6GouLXOQic01zs8TOdKYzjQJ5VZ3ymnmKNjt/3vuTV/Kslmxvl0fuxUwQnHszPcyqa/P6jW98oxx11FEl80YloFNP6wxnOEP5whe+MJokPOdmyb1fPyfrTZMEeC92sYvl0FTLLNdn3quUo1qmqX+9ELu9fhHv/1nqX6+LdQIEOi+gAgS2FRCg2ZbICQQIECBAoF0CeciulyjzscwSTKlf24X19JLKN0tVZb3xjW88msy42vZKgAABAhGwECDQdQEBmq63oPITIECAQKcEPvaxj5XMPZMhOxlqkt4M//d//zd1HXJu8xuWMlRs6gQ6dmKGoqXXRHpQpOgnPelJy/Wud72sWggQWLaA/AgQIEBgoQICNAvllTgBAgQIEBgXyJwy2ZMeIfkmmL/+678uCdpk3zTLRz/60VKfFyTDm/LNM9Nc28VzMuTubW9720bRr3zlK5dM4rqxw0qvBFSGAAECBAiss4AAzTq3vroTIECAwNIFTnnKU5YDDzxwI9/0EMlEzfm68Y2dm6xkaFPmu8m8PdUpmfsjk7tW2316jUkmas2k1FW9Dj/88FJNalvtm+HVqQQIECBAgACB1goI0LS2aRSMAAECBLonsH2JM5nuta997bETM8wp30qUiZjHDuzZyKTB73jHO0bfJJVJlPfsLvm2pwc+8IG7nrS5Sm+Vr9/+9rfHJmH+yle+ejwl1QAAEABJREFUMvqmpiOPPHKjWOc///nLVa5ylY1tKwQIECBAgACBPgkI0PSpNdWFAIH+C6hhLwRuf/vblwQb6pX553/+53LOc56zZMLfBGuOOOKIkuXSl770qMdIvnXnq1/9av2Scp/73Kdc5zrXGdvX1Y0Pf/jDo4l/E3TKcu5zn7vEpF6f+9///uX0pz99fZd1AgQIECBAgEBvBARoetOUKkJgPgJSIUBg8QIJMhx99NGjgEwzt+9+97vlta99bUnPkSwf+tCHSob6NM975CMfWR71qEeVzEHTPNbF7f32268MBoNNi565ehK42vQEBwgQIECAAAECHRcQoOl4A3aw+IpMgAABAkOB853vfOUTn/hEufvd7z7cmv4n3/70rne9qzzoQQ8qJznJSaa/sOVnnvrUpx71FJpUzJve9KbliU98Yq/qO6me9hEgQIAAAQLrLdDDAM16N6jaEyBAgEB3BNJr5JnPfGb54Q9/WF7wgheM5pg53elON1aBBGEufOELl8w1k29++vznPz+ah2Uw2Ly3yVgCHdk417nOVW5xi1uUk5/85BslvvjFL15e97rXlVe/+tW9mGdno2JWCBAgQIAAgTkJ9CsZAZp+tafaECBAgEAHBU572tOWfDvTO9/5zrGJcv/4xz+WfGPTJz/5yfLoRz+6nOc859lyGFAHq75R5P3337/k26x+8YtflNQ7y0c+8pFyk5vcpJz4xCfeOM8KAQIECBBYqoDMCCxRQIBmidiyIkCAAAECBAgQIECAQF3AOgECBCoBAZpKwisBAgQIECBAgACB/gmoEQECBAh0RECApiMNpZgECBAgQIAAgXYKKBUBAgQIECAwDwEBmnkoSoMAAQIECBBYnICUCRAgQIAAAQJrICBAswaNrIoECBAgsLWAowQIECBAgAABAgRWLSBAs+oWkD8BAusgoI4ECBAgQIAAAQIECBDYUkCAZkseBwl0RUA5CRAgQIAAAQIECBAgQKDLAgI0XW69ZZZdXgQIECBAgAABAgQIECBAgMDCBFoToFlYDSVMgAABAgQIECBAgAABAgQItEZAQSYLCNBMdrGXAAECBAgQIECAAAECBLopoNQEOikgQNPJZlNoAgQIECBAgAABAgRWJyBnAgQIzF9AgGb+plIkQIAAAQIECBAgsDsBVxMgQIDA2gkI0Kxdk6swAQIECBAgQKAUBgQIECBAgEC7BARo2tUeSkOAAAECBPoioB4ECBAgQIAAAQIzCAjQzIDlVAIECBBok4CyECBAgAABAgQIEOiPgABNf9pSTQgQmLeA9AgQIECAAAECBAgQILAkAQGaJUHLhsAkAfsIECBAgAABAgQIECBAgEAEBGii0N9FzQgQIECAAAECBAgQIECAAIEOCOwyQNOBGioiAQIECBAgQIAAAQIECBAgsEsBly9aQIBm0cLSJ0CAAAECBAgQIECAAIHtBZxBYM0FBGjW/AZQfQIECBAgQIAAAQLrIqCeBAgQaLOAAE2bW0fZCBAgQIAAAQIEuiSgrAQIECBAYMcCAjQ7pnMhAQIECBAgQGDZAvIjQIAAAQIE+iogQNPXllUvAgQIECCwEwHXECBAgAABAgQIrERAgGYl7DIlQIDA+gqoOQECBAgQIECAAAEC+woI0OxrYg8BAt0WUHoCBAgQIECAAAECBAh0TkCApnNNpsCrF1ACAgQIECBAgAABAgQIECAwXwEBmvl6zic1qRAgQIAAAQIECBAgQIAAAQL9F6jVUICmhmGVAAECBAgQIECAAAECBAj0SUBduiMgQNOdtlJSAgQIECBAgAABAgQItE1AeQgQmJOAAM2cICVDgAABAgQIECBAgMAiBKRJgACB9RAQoFmPdlZLAgQIECBAgACBzQTsJ0CAAAECLRAQoGlBIygCAQIECBAg0G8BtSNAgAABAgQIbCcgQLOdkOMECBAgQKD9AkpIgAABAgQIECDQcQEBmo43oOITIEBgOQJyIUCAAAECBAgQIEBgkQICNIvUlTYBAtMLOJMAAQIECBAgQIAAAQJrLCBAs8aNv25VV18CBAgQIECAAAECBAgQINBWAQGa+bWMlAgQIECAAAECBAgQIECAAIH+CyykhgI0C2GVKAECBAgQIECAAAECBAgQ2KmA69ZRQIBmHVtdnQkQIECAAAECBAgQWG8BtSdAoHUCAjStaxIFIkCAAAECBAgQINB9ATUgQIAAgdkEBGhm83I2AQIECBAgQIBAOwSUggABAgQI9EpAgKZXzakyBAgQIECAwPwEpESAAAECBAgQWJ6AAM3yrOVEgAABAgTGBWwRIECAAAECBAgQ2CMgQLMHwgsBAgT6KKBOBAgQIECAAAECBAh0Q0CAphvtpJQE2iqgXAQIECBAgAABAgQIECAwBwEBmjkgSmKRAtImQIAAAQIECBAgQIAAAQL9FxCg6X8bqyEBAgQIECBAgAABAgQIECDQcgEBmpY3kOIRIECAAAECBAgQIECAQDcElJLAbgQEaHaj51oCBAgQIECAAAECBAgsT0BOBAj0WECApseNq2oECBAgQIAAAQIEZhNwNgECBAisSkCAZlXy8iVAgAABAgQIrKOAOhMgQIAAAQITBQRoJrLYSYAAAQIECHRVQLkJECBAgAABAl0UEKDpYqspMwECBAisUkDeBAgQIECAAAECBOYuIEAzd1IJEiBAYLcCridAgAABAgQIECBAYN0EBGjWrcXVl0AELAQIECBAgAABAgQIECDQKgEBmlY1R38KoyYECBAgQIAAAQIECBAgQIDA9AJdDdBMX0NnEiBAgAABAgQIECBAgAABAl0VWJtyC9CsTVOrKAECBAgQIECAAAECBAjsK2APgXYICNC0ox2UggABAgQIECBAgACBvgqoFwECBKYQEKCZAskpBAgQIECAAAECBNosoGwECBAg0H0BAZrut6EaECBAgAABAgQWLSB9AgQIECBAYMECAjQLBpY8AQIECBAgMI2AcwgQIECAAAEC6y0gQLPe7a/2BAgQWB8BNSVAgAABAgQIECDQYgEBmhY3jqIRINAtAaUlQIAAAQIECBAgQIDATgUEaHYq5zoCyxeQIwECBAgQIECAAAECBAj0VECApqcNu7NquYoAAQIECBAgQIAAAQIECBBYhcByAzSrqKE8CRAgQIAAAQIECBAgQIAAgeUKyG1mAQGamclcQIAAAQIECBAgQIAAAQKrFpA/gb4JCND0rUXVhwABAgQIECBAgACBeQhIgwABAksVEKBZKrfMCBAg8P/Zuw84WbK6XuCn2SeSs+SwgGTBBUFyjkoG4YGkJYPknJEsS1qyIAKLREmSHknCAkpGiS6g5CwSFYWV8PrXuzW3uu/0TPdMd3WF7/1M3a5w6oTvqe6p+s+pagIECBAgQIAAAQIECBA4WECA5mATawh0W0DtCRAgQIAAAQIECBAgQKBzAgI0neuyzVdYDQgQIECAAAECBAgQIECAAIHVCrQxQLPaFsqNAAECBAgQIECAAAECBAgQaKOAOtUEBGhqGGYJECBAgAABAgQIECBAoE8C2kKgOwICNN3pKzUlQIAAAQIECBAgQKBtAupDgACBFQkI0KwIUjYECBAgQIAAAQIE1iEgTwIECBAYhoAAzTD6WSv3KDAajcpoZBqNGIxGDEYjBqMRg9GIwWjUOwO/6/SpY8AxsLZjYI+n4XYjMEgBAZpBdrtGEyBAgACBJgWURYAAAQIECBAgsJuAAM1uQrYTIECAQPsF1JAAAQIECBAgQIBAxwUEaDregapPgEAzAkohQIAAAQIECBAgQIDAOgUEaNapK28CiwtISYAAAQIECBAgQIAAAQIDFhCgGUznaygBAgQIECBAgAABAgQIECDQVoHVBWja2kL1IkCAAAECBAgQIECAAAECBFYnIKe1CAjQrIVVpgQIECBAgAABAgQIECCwVwH7ERiigADNEHtdm+sCo/GCqRQGDBwDjoGuHgNl5t9vj5e72hb1Ln4flcKglEYMvN/a41z8I0DgOAEBmuMc/E+AAAECBAj0Q+CQfjRDK7ovoAUECBAgQGA5AQGa5bykJkCAAAECBNotMJwATbv7Qe0IECBAgACBJQUEaJYEk5wAAQIECAxFoKPtdG7T0Y5TbQIECBAgMHQBJzFDPwK0nwABApsTUDKBdQgYQbMOVXkSIECAAAECaxcQoFk7sQIIENicgJIJEBiggHObAXa6JhMgQIAAgT4IOInpQy9qw+YElEyAAAECbRMwgqZtPaI+BAgQIECAwEICAjQLMW0ukZIJECBAgACBpQSc2yzFJTEBAgQIECDQFgEnMW3pCfUgQIAAAQIEViFgBM0qFOVBgAABAn0U0KaWCwjQtLyDVI8AAQIECBBYSsC5zVJcEhMgQGCVAvIiQGA/Ak5i9qNnXwIECBAgQKBtAkbQtK1H1IfAKgXkRYAAgR4LCND0uHM1jQABAgQIDFBAgGaAnb7KJsuLAAECBAhsSkCAZlPyyiVAgAABAgTWIdD2c5t1tFmeBAgQIECAQA8EnMT0oBM1gQABAgQIHBAY3NznZ1psBM0MiEUCBAgQIECgGwICNN3oJ7UkQIBAewTUhEC7BH49Ux3nNjMgFgkQIECAAIFuCDiJ6UY/qSWBQQloLAECBJYQ+NVMWiNoZkAsEiBAgAABAt0QEKDpRj+p5WoF5EaAAAEC/REwgqY/faklBAgQIEBg0AICNGvpfpkSIECAAAECDQkYQdMQtGIIECBAgACB7QRWt06AZnWWciJAgAABAgSaFzCCpnlzJRIgQIBAkwLKGoyAAM1gulpDCRAgQIBALwWMoOllt2oUAQJNCiiLAIF2CAjQtKMf1IIAAQIECBDYm8DsCBoPCd6bo70IrFNA3gQIECCwgIAAzQJIkhAgQIAAAQKtFZgdQePcprVdtc6KyZsAAQIECHRfwElM9/tQCwgQIECAwJAFZgM06xlBM2RhbSdAgAABAgQaERCgaYRZIQQIECBAYGcBW/csMHuLk3ObPVPakQABAgQIENikgJOYTeormwABAs0JKIlAXwWMoOlrz2oXAQIECBAYmIAAzcA6XHMJrE9AzgQIENiIgBE0G2FXKAECBAgQILBqAQGaVYvKb30CciZAgAABAgcLGEFzsIk1BAgQIECAQAcFBGhqnWaWAAECBAgQ6JyAETSd6zIVJkCAAAECmxdoYw0EaNrYK+pEgAABAgQILCpgBM2iUtIRIECAQJMCyiKwtIAAzdJkdiBAgAABAgRaJDA7guaQFtVNVQgQILBGAVkTINA3AQGavvWo9hAgQIAAgWEJzI6gcW4zrP7X2nUKyJsAAQIEGhVwEtMot8IIECBAgACBFQvMBmiMoFkx8DqzkzcBAgQIECBwQECA5oCFOQIECBAgQKB7ArO3ONXPbbrXGjUmQIAAAQIEBivgJGawXa/hBAgQILB/ATm0QMAImhZ0gioQIECAAAEC+xcQoNm/oRwIECCwPse/R6oAABAASURBVAE5EyCwm4ARNLsJ2U6AAAECBAh0QkCAphPdpJIE1icgZwIECHRcwAiajneg6hMgQIAAAQLHCQjQHOfg//UJyJkAAQIECKxTwAiaderKmwABAgQIEGhMoAcBmsasFESAAAECBAi0T8AImvb1iRoRIECAAIE1CfQ7WwGafvev1hEgQIAAgb4LCND0vYe1jwABAk0KKIvABgUEaDaIr2gCBAgQIEBg3wJucdo3oQwIEGhSQFkECBCYJyBAM0/GegIECBAgQKALAkbQdKGX1LFJAWURIECAQEcFBGg62nGqTYAAAQIECEwEjKCZMDT5n7IIECBAgACBdQgI0KxDVZ4ECBAgQIDA3gWW29MImuW8pCZAgAABAgRaKiBA09KOUS0CBAgQWJ+AnHslYARNr7pTYwgQIECAwHAFBGiG2/daToDA+gTkTIBAcwJG0DRnrSQCBAgQIEBgjQICNGvElTWB9QnImQABAgSOFzCC5ngILwQIECBAgEC3BQRout1/66u9nAkQIECAQDcEjKDpRj+pJQECBAgQILCLwMYCNLvUy2YCBAgQIECAwCICAjSLKElDgAABAgQ2KKDoxQQEaBZzkooAAQIECBBop4BbnNrZL2pFgACBJgWURaAXAgI0vehGjSBAgAABAoMVMIJmsF2v4QSaFFAWAQIE1i8gQLN+YyUQIECAAAEC6xMwgmZ9tnJuUkBZBAgQIDB4AQGawR8CAAgQIECAQKcFjKBZsPskI0CAAAECBNotIEDT7v5ROwIECBAg0BWBTdXTCJpNySuXAAECBAgQWKmAAM1KOWVGgAABAusTkDOBbQWMoNmWxUoCBAgQIECgawICNF3rMfUlQGB9AnImQKCLArMjaA7pYiPUmQABAgQIECAgQOMYINCggKIIECBAYOUCsyNonNusnFiGBAgQIECAQBMCTmKaUG6uDCURIECAAIGhCcwGaIygGdoRoL0ECBAgQKAnAksGaHrSas0gQIAAAQIE+iIwe4uTc5u+9Kx2ECBAgMCGBRTftICTmKbFlUeAAAECBAisUsAImlVqyosAAQJNCiiLAIEpAQGaKQ4LBAgQIECAQMcEjKDpWIepLoEmBZRFgACBLgkI0HSpt9SVAAECBAgQmBUwgmZWxHKTAsoiQIAAAQIrExCgWRmljAgQIECAAIENCPR8BM0GRBVJgAABAgQIbERAgGYj7AolQIAAAQItEeh+NYyg6X4fagEBAgQIECAwFhCgGSP4IUCAAIH1CciZwJoFZkfQHLLm8mRPgAABAgQIEFiLgADNWlhlSoBAgwKKIkBg2AKzI2ic2wz7eNB6AgQIECDQWQEnMZ3tOhVvTkBJBAgQINBigdkAjRE0Le4sVSNAgAABAgTmCwjQzLdpbouSCBAgQIAAgb0KzN7i5Nxmr5L2I0CAAAECBNYvsEMJTmJ2wLGJAAECBAgQaL2AETSt7yIVJECAAIEmBZTVXQEBmu72nZoTIECAAAECpRhB4yggQIBAswJKI0BgTQICNGuClS0BAgQIECDQiIARNI0wK4RAkwLKIkCAwDAFBGiG2e9aTYAAAQIE+iJgBE1ferLJdiiLAAECBAi0UECApoWdokoECBAgQIDAwgKtHEGzcO0lJECAAAECBAgcLyBAczyEFwIECBAg0CEBVT0gMDuC5pADm8wRIECAAAECBLojIEDTnb5SUwIECDQooCgCnRGYHUHj3KYzXaeiBAgQIECAQF3ASUxdwzwBAs0JKIkAAQKrEZgN0BhBsxpXuRAgQIAAAQINCwjQNAyuuOYElESAAAECgxCYvcXJuc0gul0jCRAgQIBA/wScxOy9T+1JgAABAgQIbF7ACJrN94EaECBAgACBvgs00j4BmkaYFUKAAAECBAisScAImjXBypYAAQIEmhRQFoFSBGgcBQQIECBAgECXBYyg6XLvqTsBAs0JKIkAgdYLCNC0votUkAABAgQIENhBwAiaHXBsItCkgLIIECBAYH8CAjT787M3AQIECBAgsFkBI2g2699k6coiQIAAAQK9FhCg6XX3ahwBAgQIEOi9wOwImn18zXbvrTSQAAECBAgQaLGAAE2LO0fVCBAgQKBnApqzDoHZETTObdahLE8CBAgQIEBg7QJOYtZOrAACBAg0J6AkAgMUmA3QGEEzwINAkwkQIECAQB8EBGj60IvaQKA5ASURIECgbQKztzg5t2lbD6kPAQIECBAgsJCAk5iFmCRqTkBJBAgQIEBgKQEjaJbikpgAAQIECBBoq8DwAjRt7Qn1IkCAAAECBPYiYATNXtTsQ4AAAQIEhiDQsTYK0HSsw1SXAAECBAgQmBIwgmaKwwIBAgQINCmgLAKrFBCgWaWmvAgQIECAAIGmBYygaVpceQQINCmgLAIEBiQgQDOgztZUAgQIECDQQwEjaHrYqZrUpICyCBAgQKAtAgI0bekJ9SBAgAABAgT2IjA7gsbXbO9FcZ37yJsAAQIECBBYSECAZiEmiQgQIECAAIGWCvxqpl7ObWZALBIgQIAAAQLdEHAS041+UksCBAgQ2JyAktst4BandveP2hEgQIAAAQILCgjQLAglGQECBNYnIGcCBPYhMHuLk3ObfWDalQABAgQIENicgJOYzdkrmUBzAkoiQIBAfwWMoOlv32oZAQIECBAYlIAAzaC6e32NlTMBAgQIENiQgBE0G4JXLAECBAgQILBaga4EaFbbarkRIECAAAECfREwgqYvPakdBAgQIEDgOIHB/i9AM9iu13ACBAgQINALASNoetGNGkGAAIEmBZRFoJ0CAjTt7Be1IkCAAAECBBYT+M04WT1IMxovO78ZI/ghQGCDAoomQIDAHgScwOwBzS4ECBAgQIBAqwTqAZpU7JD8ZyLQZwFtI0CAAIH+CQjQ9K9PtYgAAQIECAxNYPY5NM5v9n8EyIEAAQIECBBoWMAJTMPgiiNAgAABAgQisNJpNkBjBM1KeWVGgAABAgQINCEgQNOEsjIIECBAoHkBJQ5JYPYWJ+c3Q+p9bSVAgAABAj0RcALTk47UDAIEmhdQIgECrREwgqY1XaEiBAgQIECAwF4FBGj2Kmc/AusXUAIBAgQILCZgBM1iTlIRIECAAAECLRYQoGlx56y/akogQIAAAQK9EDCCphfdqBEECBAgQGDYAusN0AzbVusJECBAgACBZgSMoGnGWSkECBAgQGC+gC37FhCg2TehDAgQIECAAIENCxhBs+EOUDwBAgSaEFAGgb4LCND0vYe1jwABAgQI9F9gdgSNr9nuf59rIYF1CMiTAAECGxUQoNkov8IJECBAgACBFQjMjqBxfrMCVFmsQ0CeBAgQIEBgvoATmPk2thAgQIAAAQLdEJgN0Ax3BE03+kstCRAgQIAAgW0EBGi2QbGKAAECBAgQ2F6gpWtnb3FyftPSjlItAgQIECBAYL6AE5j5NrYQIECAQPMCSiSwFwEjaPaiZh8CBAgQIECgVQICNK3qDpUhQGD9AkogQKCHAkbQ9LBTNYkAAQIECAxNQIBmaD2uvesXUAIBAgQINC1gBE3T4sojQIAAAQIEVi4gQLNy0vVnqAQCBAgQIEBgSsAImikOCwQIECBAgEAXBbYL0HSxHepMgAABAgQIDFfACJrh9r2WEyBAgMD+BOzdIgEBmhZ1hqoQIECAAAECexKYHUFzyJ5ysRMBAgQIrEFAlgQILCogQLOolHQECBAgQIBAWwVmR9A4v2lrT6kXgXUIyJMAAQI9EXAC05OO1AwCBAgQIDBggdkAjRE0Az4Y1tF0eRIgQIAAgSYEBGiaUFYGAQIECBAgsE6B2VucunZ+s04beRMgQIAAAQIdEXAC05GOUk0CBAgQILB3gd7vaQRN77tYAwkQIECAQP8FBGj638daSIAAgfULKIHAZgWMoNmsv9IJECBAgACBFQgI0KwAURYECKxfQAkECBDYQcAImh1wbCJAgAABAgS6ISBA041+Usv1CyiBAAECBLorYARNd/tOzQkQIECAAIHjBQRojodY/4sSCBAgQIAAgTUJGEGzJljZEiBAgAABAnsR2Ns+AjR7c7MXAQIECBAg0B4BAZr29IWaECBAgEATAsropYAATS+7VaMIECBAgMCgBNziNKju1lgCBJoQUAYBAs0LCNA0b65EAgQIECBAYLUCRtCs1lNuBJoQUAYBAgQIzAgI0MyAWCRAgAABAgQ6J2AETee6rIkKK4MAAQIECHRLQICmW/2ltgQIECBAgMDBApsZQXNwPawhQIAAAQIECOxZQIBmz3R2JECAAAEC6xWQ+8ICRtAsTCUhAQIECBAg0FYBAZq29ox6ESBAYP0CSiDQFwEjaPrSk9pBgAABAgQGLCBAM+DO13QC6xdQAgECBBoRmB1Bc0gjpSqEAAECBAgQILBCAQGaFWLKagMCiiRAgAABAqXMjqBxfuOoIECAAAECBDon4ARmly6zmQABAgQIEGi9wGyAxgia1neZChIgQIAAgfYJbLpGAjSb7gHlEyBAgAABAvsVmL3FyfnNfkXtT4AAAQLrEJAngR0FnMDsyGMjAQIECBAg0AEBI2g60EmqSIBAEwLKIECgywICNF3uPXUnQIAAAQIEImAETRRMBJoQUAYBAgQIrE1AgGZttDImQIAAAQIEGhIwgqYh6CaKUQYBAgQIEBiqgADNUHteuwkQIECAQH8ElhlB059WawkBAgQIECDQKwEBml51p8YQIECAwOYF1GADAkbQbABdkQQIECBAgMBqBQRoVuspNwIECKxfQAkECMwKzI6gOWQ2gWUCBAgQIECAQNsFBGja3kPqR2ADAookQIBAxwRmR9A4v+lYB6ouAQIECBAgUIoTGEfBJgSUSYAAAQIEVikwG6AxgmaVuvIiQIAAAQIEGhHoaYCmETuFECBAgAABAu0QmL3FyflNO/pFLQgQIECAQAMC/SnCCUx/+lJLCBAgQIDAUAWMoBlqz2s3AQIEmhBQBoGGBARoGoJWDAECBAgQILA2ASNo1kYrYwIEmhBQBgECBCIgQBMFEwECBAgQINBlASNoutx76t6EgDIIECBAoAMCAjQd6CRVJECAAAECBHYUMIJmR54mNiqDAAECBAgQ2K+AAM1+Be1PgAABAgQIrF9g5xKMoNnZx1YCBAgQIECgAwICNB3oJFUkQIAAgfULKKHTArMjaA7pdGtUngABAgQIEBikgADNILtdowkQ2ICAIgkQWJ/A7Aga5zfrs5YzAQIECBAgsCYBJzBrgpUtgeYFlEiAAIHBCswGaIygGeyhoOEECBAgQKC7AgI03e275muuRAIECBAg0E6B2VucnN+0s5/UigABAgQIENhBoFUnMDvU0yYCBAgQIECAwDwBI2jmyVhPgAABAgRaKqBaBwsI0BxsYg0BAgQIECDQLQEjaLrVX2pLgACBJgSUQaBzAgI0nesyFSZAgAABAgRmBIygmQGxSIBAEwLKIECAwGoFBGhW6ynAOL/iAAAQAElEQVQ3AgQIECBAoHkBI2iaN1diEwLKIECAAIFBCQjQDKq7NZYAAQIECPRSwAiaPXar3QgQIECAAIH2CAjQtKcv1IQAAQIECPRNoKn2zI6guW1TBSuHAAECBAgQILAqAQGaVUnKhwABAgQ2IKBIAhOB2RE0k5X+I0CAAAECBAh0SUCApku9pa4ECDQvoEQCBLogIEDThV5SRwIECBAgQGBHAQGaHXlsJLB+ASUQIECAwETgj8f/X2c8XX883XA8/cl4uul4uvl4uuV4uvV4yq1Ltx+/3mk83WU83W083WM8XWs8zf48Yrziz8fTY8bT48bTX4ynJ42np4ynI8fTM8bTs8fTc8fT88fTC8bTi8bTUePJDwECBAgQIECgcQEBmsbJGy9QgQQIECBAoAsC3x9X8s3j6Q3j6fXj6TXj6W/H0yvG00vH00vGUwIofz1+TUDlL8evCbA8c/ya4M34ZeongZlHjdckUPOw8euDx9MDxtP9xtO9x9M9x1MCPHcdvybgc4fxawJA7xq/+iFAgAABAgQINC6wggBN43VWIAECBAgQINA/gY+Nm/Ty8bTJn0+PC3/ZePJDgAABAgQIbCtg5ToFBGjWqStvAgQIECBAYBmBJy+TeA1pn76GPGVJgAABAssISEtgwAICNAPufE0nQIAAAQItE/jUuD4vHk+b+Pn8uNBNlT0u2g8BAk0JKIcAAQJtFRCgaWvPqBcBAgQIEBimwKZG0Rg9M8zjbR2tlicBAgQIENiTgADNntjsRIAAAQIECKxJ4JhxvnkI8PilsZ8vjUtqusxxkXv9sR8BAgQIECDQRwEBmj72qjYRIECAAIH9CGx+36ZH0Rg9s/k+VwMCBAgQIDB4AQGawR8CAAgQINC8gBIJ7CKQES3P2iXNqjZ/Y5zRs8eTHwIECBAgQIDARgUEaDbKr3ACBNYkIFsCBLov8JSGmmD0TEPQiiFAgAABAgR2FhCg2dnHVgJzBKwmQIAAgTULfH2c/1PH0zp/vjvOXIBmjOCHAAECBAgQ2LyAAM3m+2D7GlhLgAABAgQIZBTNL9fI8Ixx3r8eT34IECBAgAABApsTOL5kAZrjIbwQIECAAAECrRPICJd1PTD4h+PWGj0zRvBDgAABAv0X0MJuCAjQdKOf1JIAAQIECAxVIKNo/nsNjU9w5udryFeWBAgQGKKANhMgsAIBAZoVIMqCAAECBAgQWJtARrqsehTNf45rmwDN+MUPAQLdEFBLAgQI9F9AgKb/fayFBAgQIECg6wIZRfPjFTYiz55JkGaFWcqq8wIaQIAAAQIENiwgQLPhDlA8AQIECBAgsKvAf41TrGoUzS/GeW1k9My4XD8ECBAgQIAAgbkCAjRzaWwgQIAAAQKdEuh7ZTOK5t9X0MgEZ36wgnxkQYAAAQIECBBYqYAAzUo5ZUaAAIE+C2gbgY0KHDsuPUGa8cuef3493jMBmvGLHwIECBAgQIBAuwQEaNrVH2pDYNgCWk+AAIGdBXKb0zd3TrLj1jx75rs7prCRAAECBAgQILAhAQGaDcErdjMCSiVAgACBzgvsZxSN0TOd734NIECAAAEC/RUQoFlt38qNAAECBAgQWK9ARsF8eQ9FPHu8z9fHkx8CBAgQIECAwCoEVp6HAM3KSWVIgAABAgQIrFlgL6NoEthZc7VkT4AAAQIEVikgr6EJCNAMrce1lwABAgQIdF/gL8dN+MJ4WvTnr8YJ/208+SFAgACBuoB5AgRaJSBA06ruUBkCBAgQIEBgQYE8MHjBpMWzZ4p/BDYjoFQCBAgQWFxAgGZxKykJECBAgACB9gi8cFyVz4yn3X5ePE5wzHjy008BrSJAgAABAr0REKDpTVdqCAECBAgQGJzAIqNo9vnsmcGZajABAgQIECCwIQEBmg3BK5YAAQIECEwE/LcfgZeOd/7EeJr38/Lxhk+NJz8ECBAgQIAAgdYLCNC0votUkAABAvsTsDeBngvs9I1Onj3T887XPAIECBAg0CcBAZo+9WY32/KbcbVNpXTZQN31n2PAMbDJY+CV498j834+Nt6wybop23vDMeAYcAx07xgY/+rwQ2AzAgI0m3FX6lICEhMgQIAAAQIECBAgQIAAgX4LCNCkf00ECBAgQIAAAQIECBAgQIBA/wVa3EIBmhZ3jqoRIECAAAECBAgQIECAQLcE1JbAXgUEaPYqZz8CBAgQIECAAAECBAg0L6BEAgR6KiBA09OO1SwCBAgQIECAAAECexOwFwECBAhsQkCAZhPqyiRAgAABAgQIDFlA2wkQIECAAIGDBARoDiKxggABAgQIEOi6gPoTIECAAAECBLomIEDTtR4bWH1/85vfFBMDx4BjoIXHgM8mn8+OAceAY8Ax4Bjo4DEwsMspze2YgABNxzpMdQkQGIqAdhIgQIAAAQIECBAgMCQBAZoh9ba2EqgLmCdAgAABAgQIECBAgACB1ggI0LSmK/pXES0iQIAAAQIECBAgQIAAAQIEFhPocoBmsRZKRYAAAQIECBAgQIAAAQIECHRZYBB1F6AZRDdrJAECBAgQIECAAAECBAjMF7CFwOYFBGg23wdqQIAAAQIECBAgQIBA3wW0jwABArsICNDsAmQzAQIECBAgQIAAgS4IqCMBAgQIdFtAgKbb/af2BAgQIECAAIGmBJRDgAABAgQIrFFAgGaNuLImQIAAAQIElhGQlgABAgQIECAwXAEBmuH2vZYTIEBgeAJaTIAAAQIECBAgQKClAgI0Le0Y1SJAoJsCak2AAAECBAgQIECAAIG9CAjQ7EXNPgQ2J6BkAgQIECBAgAABAgQIEOihgABNDzt1f02yNwECBAgQIECAAAECBAgQINC0QPMBmqZbqDwCBAgQIECAAAECBAgQIECgeQElLiUgQLMUl8QECBAgQIAAAQIECBAg0BYB9SDQJwEBmj71prYQIECAAAECBAgQILBKAXkRIECgMQEBmsaoFUSAAAECBAgQIEBgVsAyAQIECBA4TkCA5jgH/xMgQIAAAQIE+imgVQQIECBAgEAnBARoOtFNKkmAAAECBNoroGYECBAgQIAAAQL7FxCg2b+hHAgQIEBgvQJyJ0CAAAECBAgQINB7AQGa3nexBhIgsLuAFAQIECBAgAABAgQIENisgADNZv2VPhQB7SRAgAABAgQIECBAgAABAjsICNDsgNOlTepKgAABAgQIECBAgAABAgQIdFdg0QBNd1uo5gQIECBAgAABAgQIECBAgMCiAtJtSECAZkPwiiVAgAABAgQIECBAgMAwBbSaAIHtBARotlOxjgABAgQIECBAgACB7gqoOQECBDooIEDTwU5TZQIECBAgQIAAgc0KKJ0AAQIECKxaQIBm1aLyI0CAAAECBAjsX0AOBAgQIECAwMAEBGgG1uGaS4AAAQIEjhPwPwECBAgQIECAQJsEBGja1BvqQoAAgT4JaAsBAgQIECBAgAABAgsLCNAsTCUhAQJtE1AfAgQIECBAgAABAgQI9EVAgKYvPakd6xCQJwECBAgQIECAAAECBAgQaERAgKYR5nmFWE+AAAECBAgQIECAAAECBAj0X2D3FgrQ7G4kBQECBAgQIECAAAECBAgQaLeA2nVeQICm812oAQQIECBAgAABAgQIEFi/gBIIEFivgADNen3lToAAAQIECBAgQIDAYgJSESBAYNACAjSD7n6NJ0CAAAECBAgMSUBbCRAgQIBAewUEaNrbN2pGgAABAgQIdE1AfQkQIECAAAECexQQoNkjnN0IECBAgMAmBJRJgAABAgQIECDQTwEBmn72q1YRIEBgrwL2I0CAAAECBAgQIEBgAwICNBtAVySBYQtoPQECBAgQIECAAAECBAjMCgjQzIpY7r6AFhAgQIAAAQIECBAgQIAAgY4JCNDsocPsQoAAAQIECBAgQIAAAQIECPRfoMkWCtA0qa0sAgQIECBAgAABAgQIECBwQMAcgS0BAZotCjMECBAgQIAAAQIECBDom4D2ECDQFQEBmq70lHoSIECAAAECBAgQaKOAOhEgQIDASgQEaFbCKBMCBAgQIECAAIF1CciXAAECBAgMQUCAZgi9rI0ECBAgQIDATgK2ESBAgAABAgQ2LiBAs/EuUAECBAgQ6L+AFhIgQIAAAQIECBDYWUCAZmcfWwkQINANAbUkQIAAAQIECBAgQKDTAgI0ne4+lSfQnICSCBAgQIAAAQIECBAgQGB9AgI067OV83ICUhMgQIAAAQIECBAgQIAAgcEKDChAM9g+1nACBAgQIECAAAECBAgQIDAggW42VYCmm/2m1gQIECBAgAABAgQIECCwKQHlEliDgADNGlBlSYAAAQIECBAgQIAAgf0I2JcAgeEJCNAMr8+1mAABAgQIECBAgAABAgQIEGiZgABNyzpEdQgQIECAAAEC/RDQCgIECBAgQGAZAQGaZbSkJUCAAAECBNojoCYECBAgQIAAgR4JCND0qDM1hQABAgRWKyA3AgQIECBAgAABAk0JCNA0Ja0cAgQIHCxgDQECBAgQIECAAAECBCYCAjQTBv8R6KuAdhEgQIAAAQIECBAgQIBAFwQEaLrQS22uo7oRIECAAAECBAgQIECAAAEC+xZofYBm3y2UAQECBAgQIECAAAECBAgQINB6gaFXUIBm6EeA9hMgQIAAAQIECBAgQGAYAlpJoNUCAjSt7h6VI0CAAAECBAgQIECgOwJqSoAAgb0LCNDs3c6eBAgQIECAAAECBJoVUBoBAgQI9FZAgKa3XathBAgQIECAAIHlBexBgAABAgQIbEZAgGYz7kolQIAAAQJDFdBuAgQIECBAgACBbQQEaLZBsYoAAQIEuiyg7gQIECBAgAABAgS6JyBA070+U2MCBDYtoHwCBAgQIECAAAECBAisWECAZsWgsiOwCgF5ECBAgAABAgQIECBAgMCwBARohtXfVWu9EiBAgAABAgQIECBAgAABAi0SWFOApkUtVBUCBAgQIECAAAECBAgQIEBgTQKyXZWAAM2qJOVDgAABAgQIECBAgAABAqsXkCOBgQgI0AykozWTAAECBAgQIECAAIHtBawlQIBAGwQEaNrQC+pAgAABAgQIECDQZwFtI0CAAAECuwoI0OxKJAEBAgQIECBAoO0C6keAAAECBAh0XUCApus9qP4ECBAgQKAJAWUQIECAAAECBAisVUCAZq28MidAgACBRQWkI0CAAAECBAgQIDBkAQGaIfe+thMYloDWEiBAgAABAgQIECBAoLUCAjSt7RoV656AGhMgQIAAAQIECBAgQIAAgb0JCNDszW0zeymVAAECBAgQIECAAAECBAgQ6KXAVICmly3UKAIECBAgQIAAAQIECBAgQGBKwEL7BARo2tcnakSAAAECBAgQIECAAIGuC6g/AQJLCgjQLAkmOQECBNoi8Ktf/ap84hOfKA972MPKYYcdVk5zmtOU0Wi0NZ3sZCebrL/vfe9bPvzhD5f/QwHSrwAAEABJREFU/d//bUvVt63HbW5zm626j0ajkuVtE1q5rUC8RqMD/X/EEUdsm64vK9/0pjdtHS9nOtOZype//OWtpuV9cdKTnnRr+2h0wGU0Wnz+kEMOKWc961nL1a52tfLnf/7n5Zhjjil5320VZGZhgRyPo9EB+xyvC+/c0oSzx9k5znGO8p3vfKelte1rtbSLAAEC/RIQoOlXf2oNAQIDEPjBD35QHvSgB5WTn/zk5eIXv3h5whOeUD71qU+VH/3oR1Ot/9nPfjZZf+SRR5ZLX/rS5XSnO1151rOeVf7nf/5nKp0FAl0UeNe73rVV7Ytd7GLlzGc+89byqmZ+/etfl29961vl3e9+d3nMYx5TLnjBC5bzne985T3veU/5zW9+s6pi5NNmAXUjQIAAAQINCgjQNIitKAIECOxHIIGVJz3pSSWjBfKa5WXy++lPf1ruec97lgtf+MLlYx/72DK7SkugVQIJRn7oQx/aqtP1rne9cqITnWhreZ0zX/rSl8pVr3rV8rSnPW0lQZp11lXeBAgQIECAQLcEBGi61V9qS4DAQAW++93vlute97qTkTPzblU6wQlOUM5ylrOUs53tbJPXLG/HlQvMy172suU1r3mNC8ztgPq1rpet+fznP18+/elPT9p2kpOcZDKSbLKww3+nPvWpJ++NvD8WmRII3SG78sAHPrC8/vWv3ymJbQQIECBAgACBpQQEaJbikpgAAQLNC3zta18rV7jCFSa3WcyWfolLXKK8+tWvLj/+8Y8nz8b45je/Wb7+9a+XvP7yl7+c3J7x2Mc+tpz4xCee2jVBnpvd7GYruMCcytYCgUYE3v/+95djjz12UlZuOzrXuc41md/pv5e85CWT90beH4tM3/72t0tucfrKV75S7nOf+5Tf+q3fmso+2+51r3uVbC/+ESBAgAABAgRWICBAswJEWRAgsEaBgWf9k5/8pNz+9rcv//qv/zolkREAeS7GRz7ykXKTm9yknPKUp5zanoXRaDR5LsfDH/7wScDmRje6UVZvTbnAvMtd7lI+97nPba0zQ6DtAj//+c9LAjRVPfN8pYyOqZZX+Toajcqhhx46uZ0pz3maDQTl+TQvGQd+VllmX/PKc7Py3J5q4tbXntYuAgQIENiPwAn2s7N9CfRBQBsItFUgI2Ae/OAHHzRy5vKXv3z56Ec/Wq5ylatMvqVmkfrnG55e9apXlTve8Y5Tyf/jP/6jPPrRj279NzxNVdrCoAUysuWf/umftgzyDUtbC2ucucAFLlCOOuqocsITnnCqlLe//e0lgdSplRYIECBAgAABAnsQEKDZA9qSu0hOgACBPQm8973vLX/1V381te/v//7vl1e84hXljGc849T6RRZyi8Zf/MVflNwWVU//ute9rhx99NH1VeYJtFbgs5/9bMkzmVLBvA9+7/d+L7ONTBmtk2dB1QvL6LYEjerrzBMgQIAAAQKDFdhXwwVo9sVnZwIECKxHIN/Q9NSnPnXyDIyqhDwM9fnPf34561nPWq1a+vW0pz1tyaic0Wi0tW9udXrRi15UMmJna6UZAi0VeNe73rVVs4td7GKT2/i2Vqx55v/8n/9zUIAzt1z993//95pLlj0BAgQIEKgEvPZZQICmz72rbQQIdFbgk5/8ZMkImnoDbnvb25Y//MM/rK/a0/xVr3rVg/L5wAc+UL7xjW8slN/3vve98sIXvrDc4AY3mFwcj0ajya1Wo9Fxr7md6lKXulRJgGnRPBcqeJdEP/vZzybfTHWta12rpA6j0XH1GY1G5RznOEc5/PDDywc/+MHJw5R3yWpr85vf/Oapth1xxBFb2371q19N8rvZzW5WTn/602+lO+SQQ8p5znOekmf/7Kf9eVbHF7/4xck3d/3u7/7uVP6XvOQlJyOpEsjbqtA+ZvLQ6A9/+MPlvve9bznssMPKyU52sq3yRqNRSZvOec5zlhi+853vXPiWuO985zsT+9HouL640pWuVP7rv/5r8u1heY5MRqSMRsdtS5/Fcqc++tGPflQ+9KEPlepfHp59ohOdqFrszOsPfvCDyXso75O6dZxz7OThw//yL/8ycVq0UTk2R6PjLEejUcmxW+2b4yQj71JebtEajY5Lt4h56pr38kUucpHJcTAaHbdv3lP3u9/9Fv7cmK3fbW5zm6p6U685PnKcjEYHyslxVCWq6pPjdLYtee+n3Tmeq/TLvtY/R+p9c4YznKHkmV1f+MIXls1ybvr6ezz9nv4fjY5rd8pOfz3jGc8oafPcTGY27OSXY+ra1772Vj+mjFWYzVTBYh8EtIEAgY0JnGBjJSuYAAECBOYKvPKVr9z6lpokyl/uc/E6Go2yuK8pDxS+9a1vPblwvuc971n+/u//vuRri3MBvlPGObm/xjWuUXJbyR3ucIfyxje+sdQvnKp9cxGdhxff//73L2c/+9lLHk6cb5Wqtq/6NRefT3rSk0oeFHvTm960vOMd7yipQ72cfGtPHkp62ctetpzvfOcr73nPe5a6+K3nlfkEThJcSH5/+7d/W77//e9n9WTKiKR/+7d/K49//OMn7U+dfvjDH062LfpfvG584xtP6pq2felLX9raNfnnGUS3uMUtyoUvfOHysY99bGvbsjOxe9aznlVOd7rTlbTnyCOPLHkYbi5S63mlzK9+9aslhte85jUn6XOMJkhVT7fI/C9+8YvygAc8oFzxilcsCQpV+6TPYnm5y12uzAYnqzRf/vKXS47DLOfiPAGazDc5/fSnP91zcdn3Hve4x8Qv76G8T+rWcc6x88xnPrNc6EIXKgnEVe3dS6EJALzlLW+ZvGdzvKS8evCiMs9xnH6tbh1LWenb1CNfN5738mc+85mpEX15Tz3taU+bHOOPe9zjFg7aJe+9TKn3k5/85FLVJ8dp1lV5pS1571/veteb+KbdaX+1fbfXtDfH9JnPfOaS92zyqvfNv//7v5eMYDz/+c8/OX7z3tktz522p1/Tv/k8yns8/Z7+r/ZJ2emve9/73pP25LjJ8VNtX+Y1+T772c+efF689a1v3erHlJF2xiyjKJfJc79p7U+AAAEC2wsI0GzvYi0BAgQ2JpALjfoogVTksMMOm1ywZX4V05/92Z+VXHDnr7N5yGr+kjov31zkVCf3CebMSzdv/d/93d+Vi170ouXjH//4vCR7Xp825CI93xBTv1jbKcMEOzKKKEGCRfep5/f//t//m7Rn0cDIa17zmpI6fu1rX6tnM3c+waN4xW1uouM3pC0JmmXUyfGrFn5JECj1SpBu2Qu/pP/TP/3Tcve7332pC/NcKCYIlBEZ8yqaUWKzz0mq0uZ9Ud1OlBEduViutjXxmpEMs++BBCwXue0wx0uel5P30qJ1zT4JwmWfvA8X3S/pkj4BlDwzJ/2VdTtN+Va4W97ylpMHHud9kb7NSJ7M77Rftj3iEY8ouXUyZWZ51VMewpzj7YEPfOBCx9tPf/rTknan/YvUKYGKBMxSxiJWT3nKU0oCJrm9bdm2JhCUz930a/p30f1zDOT4+eQnP7noLlvpXvva15b0Zd5/WytrM2c5y1lKPkdqq8wSIECAwIYEBGg2BK9YAgQIzBPIX6Znh9Hn4cAZITJvn3Wuf/3rX7/tyX0eOpx63e52t5t8O1Rec9FxghMc/Ksl3xaVv8Jn+P2q6pqARy4qtgv8VH8Fz7dW5a/huQVpttwECe52t7stdMFX7ZtbwXIRWwUJsj55p4yUdf3rX7+c9KQnzeqpKV9l/tjHPnbX5/xkZExGzsRrKoPxwsUvfvGJczX6abxq8vPjH/+43OpWt5qMgpqsWOC/XPAefvjh2wbNfud3fqekHWlPpszPO/YyoiC3lCxQ5CRJRsw84QlPmMznv/RT2pMp81kX34zyynx9ysXw2972tq1VGfEzr15biVY4kwv93Np33EX1gYwT5MoxcGDNwXPp1xyr293ydu5zn7uk/ZX17PGTi+oEAzJ6JHU4OPft1+SWpgQ06lvnHUNVmgRp/vIv/7IkiPa85z2vWl3yXs9xUNUxy1sbj59JACH9e/ziyl4yUiWjSBJkqDLNZ0wCealPPncy2qjaVn995CMfWerf+FXfVs0nAHWf+9ynHHXUUdWqrddTnepUk9E0KSdB3Xq7cyzkoevL9EnS5nMn7Um/bhU0nkneGVGTsjKlfWnneNPWT46fK1/5ypNv8dtauctM9kkwuiqvalPcMnonu9/gBjcohx56aGZNBAgQILBhgYPPojdcIcUTIEBg6AIJ0Pznf/7nFMO8EQVTidawkJP7/GW8OrlPEXlY8Utf+tKSvzrnr7m5UMm3TeX105/+9OQZI895znMmF3VJX0155sg//MM/VIv7ek2A4fa3v33JN+jUM7rhDW9YchvMt771rZLbZVKvvObWjdwSkZFI9fQveMELSm7jqK/baT6jZxIQSZr0SfJM3ikjZb3hDW+YjECIRS64kq6a8m1ZuZWsWp59zeiMjFqY5F/bmIv3BGwSGEgZuc0oI4fSztyakKSZTxAg84tMufjOxXg9bfJKPrmVI+1IWZkyn1u0UvcEI+r75IIzaXIRXV8/bz4Xw9knF55Pf/rTS471tCdTRvRkRFBGMWy3f74pqX6xnZFf26Vbx7qMeshx8pCHPGQq+9xmdac73WnyvJ6pDbWFBBITdJrt1/R1+jW3tqT9cYx1ju085+dsZztbLZdSUvYywbAck9X79q53vWtJWfVj6Ctf+Up5+9vfXnLBXi/ooQ996OS5R1mX9/rLX/7ykv5N3ep1TPAjaarp2GOPLUmb/q3WreI1tw/mNpzklfdUgiIZ5ZLbf1KfvNfyzV75rEoQJemqKYHUF7/4xTvezhinfA5U++Q1t/wlGBizbE85eTh1PvPy2ReXpMvnQWwyv8iUYHf6sZ72FKc4RXnZy142+TxNgCtlZUr70s4ENPN+qfbJcZTn9+T9Uq3b6TX9kfdd0iQQlfdR2hS3vKfzHszzskaj/d8+mzJMBAgQILA/AQGa/fnZmwABAisXyLMJ6pmORqOSv7LX1+13ftH985yZXEBW6XNBmou6XHDmYqlaX3898YlPXHILVdIlfbUtFwoZgVIt7+d1uwBDLmRyO9E5z3nOg7IejUYlt8QkQJS61xPkL9r1Nta3zZtPcOh973vfJM/RaPrCJg/6zF+n8zyL2QurXNDNyzN1zwV0fXvalGdD5Nu36uszn3ZmVEH+2p7lRac85Hl2tMBNbnKTkryS57x88tf29GlG+NTTJEi13bOI6mlm5/PMktxaFatq22g0Kuc617kmD3iu1tVfcxGeYFjW5bai3O6R+XVNuRBOmemDtH27UQ8ZFZUHuc6rQ74ZLWnqgcQcE6961asmgcHt+jUmV7/61SejJC5/+ctvZZ1gS9wSyNtaucBMHs6bgOlsWaPRqOS5M6lfPZu8T7OcwE2eBZSAWeqUddWU93gu6g8//PBq1eQ16Zet32THBf5LfY4++voIrywAABAASURBVOjJrVSzo4yye24zSxB0NkiTZ9EkKJE0s1OCkU984hOnVudhvbmV7lrXutbkYbr1jfnMy+dH2pn61LftNp8A0mywO2V94hOfKHk+UPKezSPtTEAnAap6eQmsZPRa1Vez+223nL7KsZC+q29PIDDvp/o68wQIECCwOQEBms3ZK5lAnwW0bYUCOaFu8laOquqzt5RkfYIBeYhr5nebMtoiz4Gop/vqV7+641+z62nnzW8XYEi9cgvV7IXkbB654MnIjYx+qbYluJC/YFfLu73mdopctKdfdkr7x3/8xyUX2vU0GWG03UVVRk1sFzTZrU25qMutL/UL+Xp5283nYa/1W+hy4ZfREMlru/T1dWlzAhV5aHW1PnVf5qI8z7vYywOvM4KhKvNiF7vY5BvEquVFXjNCaDQaTUa7jEa7v+Y9l1v2Hvawh5WM7Jkt4y53uUvJiITRaDS7aWs5F9IJGmytGM9kBEhuiRuN5u83TjZ5sG+Cc3kobpYzJYA3+wycrJ83JQCT26NGo/ll5Tjd7gI99cxtNvPyzvGSwMJodCDvBNAy4mXePvtZn/pc5jKX2TGL3BqX98xodKBOCcLMC9DkeU+5/bDKNAHljCzJt6ZV67Z7jUuCxKPRgXK2S1dfNxvszvsunzu7lZU8MlosD/POfDVlZFA+T6vlnV7Troz0Sp/tlM42AgQIENi8gADN5vtADfYkYCcC/RWYHUGToEP9griplieQ8Ed/9EeTZzBkZEMuWJe5sE6d64GQ1Du3HuU2gczvdcpfr3PhW+2fC9g8a2PRi4+MJLjvfe9b7T55zeiV3M4wWdjlvzzvZbdnjiSLBDP+4A/+ILNb07z2J2iSv6RXCXNBlYv/RdqUi9LcljIaLXaxmGfM5PaaPO8i8wkinf/856+K3vU1o7mq58UkcW7xyIV55heZMuIkf7VfJG2VZvbB2Qn+nehEJ6o2N/qafs3Fcp65slv/ZFTSj3/846365f2Q0Vej0WJ9lYv3XFhvZTCeyS02CZ6OZ3f9Ofzww0vqu1PCHMsZIVRPc45znGPykN36uu3mE2zL50K1LfXKbUXV8qpeF61Pyjvvec9bznCGM2R2Ms07PjO6Kf0zSXT8f/nGuTzb6PjFHV8S8MtzhXZMdPzGBDETjDl+cfKS92COh8nCAv8l2J33bJU0nyW5Fa5a3uk1oweXeY/vlJdtBAgQILBeAQGaeb7WEyBAoCUCuQDKRVTT1cmFXS4i8ryCjCDIc0gWHT2zrromaJTh/vX8M0ogQYP6ut3m8xfw+qiBL37xi6Ue9Jm3f4JOl73sZedtPmj9BS94wYPWbbfiH//xH6ceILzsBVUu3GaDQduVk3V5sHOep5LnXWR0watf/eqSdmVbE1NGvyxbXp6NUwUus+8yfbCqNiWIkW/vSTAq74sETnfKOw/Ezi059TS5PSwBwvq63eYzeiJtrtLlOTzzRoRUafJ6mtOcpqSvM7/TlEBXnrlST5OHCdeDHPVt9fmMAtnpG+Dqafczv2h9UkY+L3O7U+Z3mjISb/YB49e5znUWfi/k8zHB2p3KqLblFsoEYavlPMMmD+YdjRYL1GW/BGJnb9/KaKoEmrJ9pylBq/TVTmlsI0CAwOAFWgIgQNOSjlANAgQIVAI5Ea/m85qRHYtckCVt36eMRshzQertzG0oo9HiFzrZNyNHMjoh85lykVO/1SHrtpty0brMt53kAaDb5VNfl7Jz60p9Xf6KnwvN+rqd5pN2kYvxnfJoalv6a9myciFdjczIxeZeRgPEKCN3tpuybbs6pa/f+ta3ljy0OwG8+93vfmWRPk1eCX7VbyXLugTe8rrMlDrkuKv2SWAhAatqed5rRr3Vg5Dz0iX4k1v/6tszQirr6+s2Ob9MUC+jmmbbs13d85DkjEKptiWglXKq5UVe8xykk5/85LsmzbFTHb9JnH5ZJIiUtPVpNgh7zDHHlHwm1tNsN5/jbjRa7jNyu3ysI0BgfwL2JrCIgADNIkrSECBAoEGB3DbQYHErLyrPI8m3zeR2qEc84hErzT+3usx+e0keXJvbQJaZ8oDaXDTVK5dvM6kvbzf/27/92wd9O9V26ZZZl1swctFd3ycX5fXlReYXHa2zSF6zafItMAlg5dk7+ZrfRaxm88hyLvrnBUOyfbspt8286U1v2tqU0U/LjkLJzvmmpNR7uymjwxIIffSjHz3Vv3nGx5/8yZ+UPGg2o7eSz6JTgqrJs0o/Go1Kvp1nmeM0aR/0oAeV+nNdUo/Z46Uqo/6aIEWCFfV1i8637TMoo3wWrfui6RJAS3C0Sp8RJgnSVMuLvCbQkmDvbmmr0V9Vunw7Ux4YnP5dZspzb6o88prjNnllfqdpL8GgnfKzrbUCKkaAQA8ETtCDNmgCAQIEeiUwezKdv7zmYqJNjcxFc74+OIGY5z73uSVf+5pvJMltH7ldIs9nyK1RubBfZb0ToJm9IMkw/3xN7jLTUUcdNfna4XrdZgM/9W3VfEZf5MK3Wl7Fa26FSdCgnlcs68uLzO9ln3q+ufBPcC1f151vGcpzfXJ7TS5a80ycjBbIA3NnR4XU89htPvnk1pDd0tW3J9CR23qqdTe84Q0nD/qtllf1mqBPHpac9qefq3zz/rv5zW9eErxZ5njOsVoPAMQ3X1W9zHGatK94xStKvsK6qk9eFzlW8z5cR2Aj5Tc97ffY3q6+9W/Wyvb0+bLv7aTPftl/p2m2vxK4y2dQ+neZKZ919XLyWZjjrL5uu/lFR31tt+/0OksECBAgsG4BAZp1C8ufAAECSwrkgZgZaVDfbfYCvr6tqfl8TWxu8cjtFrnIziiPBGLudre7lb/5m78pec5Cvgq4qfooZ/8CCTgkyJZnC+WYy0V9nmeTgES+Herd7353WeQCcP81mZ9DbmnLc1+SIiMWEijK/Lqmww47bPKV4xlRUS8jAZojjzxy399CVs9znfMJHqRP11nGyvOWIQECBAgQGLiAAM3ADwDNJ0CgfQJ5/kMulOs1m31GSX3buufzV9p8Ve/Zz3728rSnPa0sOpont1fkG5bWXT/5Ly+Q0Rz5iuELXOACJUG2PKR40eBajs8TnKC504f9fr12XWfR+dxGlW9qmk3/kIc8pLz+9a+fXW2ZAAECBAgQILASgebOsFZSXZkQIECg/wK5AJ59WOWnPvWplY5kyKiIK17xiiXP18jXv+Y2kly0z+pmaH6+OSRfKTy7rb6cv9bnIbV/9md/VvKtQHn45i9+8Ytyr3vdq55s5fP5NpQ8QDZ13++UZ5Tss4Kd2D1Oz3nOc8rVr371km/n2qnSCbBd//rXL0cccUT5yEc+UvK8nHjP3oa3Ux772Zbj9EMf+tBWFle4whVKU7ft/N//+3/L4YcfvlV2ZhLESpAmt/dleZkpAc7qfZY+2M+U59IsU7a07RK49a1vPRmJtZ9jIPv+7Gc/K7MPDm5XS9WGAAECBJYVEKBZVkx6AgQIrFkgF6C5EK0X88lPfrJ87nOfq6/a13wekPvhD3+4vO51ryu3utWtSh4Kesc73nEqz9z+kof85oK8viG3N935zncu+XabXHDmORt5jkrqmAv/m9zkJiVBptFo9d8akls28pybqj55PsiiI3qqfdr2mm+BOec5zzlVrdmHik5tnLOQkU5zNk2tzjNWcoGfYEN9Q27tSf995jOfmXxrUS4A0795bkqeR5NRJTk26/usez7fVlRZpO8ve9nLrrvIrfwzAuzP//zPS74NaWvleCbPLnnUox5V8v4YL879SX3rGxNs6vqxWm9P1+dnH6qdb3XKt3Ut064cAwmS7LZPjqV6mgSwF9mvvo95AgQIEBiGgADNMPpZKwksJiBVawSufe1rl/ozMBIEOeqoo0pe91vJXHi//OUvP+jBo3kgbD3vBGbygNL6umtc4xolo2rybSJ/9Ed/VDLCoh4wqaddx3yeQTL7rSmf/vSn11FUY3lm9FECZPUCE0BLP9XX7TZfBTJ2Spfj5+lPf3pJYKtKl4vHjHrKg3gzAirPeDnZyU5Wbd7oa47Bqq7nPe95y/nPf/5G63PooYdOHg48W2ieufS2t71tdvXUcoKUCb5VK3Pxv5eRN9X+XlcrcMYznrEk2Fzlmgf3JiBZLS/ymqBbPg93SzsbDMrzun784x/vtpvtBAgQIDBAAQGaAXb6JpusbAIEFhPIhei1rnWtqcQvfelLS/12j6mNSyzkQj7fsFTfJeVd+cpXrq8qb3nLW6aCOAnGZIRFvtVnKuGchQQYVh08OeUpT1lS13qR733veye33tTX7Tb/ve99ryQQkYvoBKbuec97ltxGttt+69g+Go0Ouk0ho1zyjUqLlpcRTHmOzG7p87Dpo48+eipZRtPkVrfRaLERT7kg/f73vz+VxzoWEkyqf2tNRvDkm5bWUdZOed74xjcu17nOdaaSZPTRQx/60B2fx5Sg2+w3/Lzzne8seV9MZbbLQh6SnPdebiu7wQ1uUDKaKf24y2427yKQW87iWiVLIDABwWp5kdf0TfUA653SX+QiF5n65rH0X0aq7bTPdttyq2mCp/kMzDfnZTm3HW6X1joCBAgQ6KZA3wI03ewFtSZAgMCMQG6PyGiGE57whFtbjj322JJvUVrmwn1r5+NnfvKTn0yeC5O/Fh+/avJy+OGHl3w702Rh/F8ujr/whS+M5w78XPSiFy25SDywZue53M6RURk7p1pua26xycid+l4J0Cx7YZUL/8997nPlO9/5Tsk3FeVCp4mgQ73e9fk8DyjP06nWHXPMMeX9739/tbjray72FgneZYRAve9Ho1FJ2aPRYsGZVKR6Fk3m1znlW8NyG15VRgJpo9Hi9az22+9rRlk85jGPmRrRljxz/LzwhS+cG3BJMGk26JkHDO/23J/kXU0J5iSYmiBAbot54xvfWFKm22Mqob2/nv70py+zt5K+8pWvLAl2LpJrPiOTfpG0F77whcv5zne+raTp1xe96EW73ia3tcN4Jp/7GbmVvs9nc+Yzims0av49Ma6OHwIECLRFoHf1EKDpXZdqEAECfRG49KUvXW53u9tNNSff5pRnvPzwhz+cWr/IQp6X8IAHPGASkKinv9CFLlRue9vb1ldNbqWa/ctsHvr7q1/9airdvIVcgCTokVt15qXZ6/orX/nKpf4tVwlcPfrRjy4JPi2SZ0aAPP7xj59KmguoBKCmVja4kFsgLn/5y2+VGL8nPvGJJRdlWyvnzKRfjzzyyKnRTnOSlp///Oel3ocpJ/vPSz+7PrdmPOEJT5hdvZblBJ0SlEjmGbU1++DsrG9qOuyww8rd7373g4p70pOeVPLspYM2jFeMRqOSByzXv/EqAcHss6h58s77aJzd1k+CCueceWbR1kYzCwuMRqOSB0GPRgcCHO973/tKnrm0SCYJiCbgtkjaBIOuec1rTiXN87/e9KY3Ta3baeGoo44q+fyvp7nRjW7U2EOz6+WaJzAyN6rXAAAQAElEQVQsAa0l0KyAAE2z3kojQIDAwgIZRfPgBz+4nOc855naJyNGcrvHe97znrl/vZ/aYbyQoERGnrzgBS8YLx34ycVjLrhzAXFgbZmc9NeH/2dbLkgypD/zO00JADz5yU8uj3vc4w5Klm0JChy0YYkVCWbc4ha3mNojo2ByAZ2/Lk9tmFlI0OlRj3pUmQ0c3fWudy0Z8TCTvLHFjNLI6Kj0R1VoLsbufe97l53aFM+nPOUp5TWveU21246veX5PbpGoJ8rzZxYJGCQ4k1tsEmSo75/5RfZPumWmd73rXVvJL3WpS5VNBiVGo1G5xz3uURLM3KrUeCbPEfmLv/iLuSMhLne5y5U//uM/Hqc88JP3YAKEu5klCJtjImVUe+f4yMi6jCSr1nndu0BGj+V5X/Uc0s/1Y6++rZrPe+H2t7/9QkHR7DMajUoewl4PLOc2uTvc4Q5lt7Ky/wc/+MGDPk9zLF73utfNZlPXBdSfAAECNQEBmhqGWQIECLRN4BznOEd52cteVk51qlNNVS23SVz1qlctl7zkJScX59uNHskFYJ6rkmcVJJ8EMaYyGS/k4nLeSX5uKRkn2frJMxoyemdeYCjBglxIZORPnmuytWNtJs9eWPQWgtpuU7Oj0ajc//73P+hZNHHKBXFuwdkuCJRn7+SCLLeI1DOM481vfvP6qo3MX+lKVyq56KsXnjZlxFDqXl+f+YyuyQirPAsly4tMhx56aEmAq542f5m/173uVeZ9C1TKyS0+2S+39dT3rebzzUbV/Cpe8/DVBASrvDJqZNNBiQQx861mo9GBERep32tf+9oybyRFAm+xm33/PvrRjy43uMENSm5VSR71Kcdu3mMJwiYYW9+W4yPHSX2d+b0LpH/Sp/X+SUAsQbWMdEpAt557PuPe/va3l3zGLXvMJ6CSgHs9v5SVkTU5HrZ7/6X81CN9nrTVvgnUZZ8ck9W6nV5tI0CAAIHuCAjQdKev1JQAgYEK5EItX2ld/+trRZFRFje96U0nAZyMjMiDLzPlxD3PrznssMNKnlWQv9ZW+1SvRxxxxOSZNqPR9AVntf3qV796ucQlLlEtTl7zXJAENDLaJBeYd7rTnUqmjHDIxU6+Bjl1miQe/5fAUOoxnp385AIn02RhH//lWTgveclLJu2uZ5NbQlKXfHtOVb8EqPLA1lwg1euW/fIQ19welIcPZ3mTU75NKSOP4luvR+qcuh86Dq6kLblIzwOOczykb+tpd5tPOzPSaDbdX/7lX5ZTn/rUJQ8zTf7p09z+EbeUk6+bTsAv+6We6dfMV9Mq+rTKK6+b/HrtlD9vut71rldmR1wkoPLYxz527gODc+vcX//1X5dcVNfzzXs6D3vNs59iXZnndq4cAwnC1tPncyAX5fGvr2/BfKerENfZ/smxniBz3i8JVKdv8nmS5YxErD/HaZnG52HkGUlT3yefzRnVl7zzvq7ef1e5ylVKPtNTj9Snvk8C1Ll9rr7OPAECBAj0Q0CAph/9qBUECPRcIH+x/ed//ueSC7d5Tc2tMAmgZNrpgbe54M63yeR5NDt9RXaCMM997nOnnvdSlZ0RDnlgaW7XyJRRK9tdRBx99NFTDxbObRvb3SJT5bvMay6sMsIgQZbZ/WJR1S9BjDwcdzZN9sszIPL8mdltm1rORVpGzdSfR1PVJV/RnLbk4aKzI1nSp4uOpEkw4C53uUuV7dZrLhTz3Jfknz7NrU+zbuc+97lLvi0qF5pbO45nUp8EKsazK/nJQ58zYiuZnfe85z1otFTWb2JKEHK7ETFp/7Oe9ay5txzmm6ByrNUfBF3VPw/TjnVlXh8pUaW5+MUvXvLMktnbDqvtXvcnkGe5ZGTdbBAtn2kZeZi+yedJPlfqJWXkXUYx1tftNJ/gWr4JL7eubZcux1H1/stnW96Ts+myb24fzS2ws9ssEyBAgED3BQRout+HWkCAwEAEMmrkHe94x+Qhv7MjWxYhyMVl/tKfv8xndMxotP3ImXpeuTDMBfky5SXvXGhkNMgZz3jGklECVZ4Zsp/bN6rl/b5mhFCei5PnRsxeXO2Ud0aRZL/sX3ZKuIFtZxybpZ8zwikXdLtVIcG7jLLJyKHd0mZ78nzmM59ZcutE5rNut+kUpzhFyT4J4ORYyEib0ejA8ZNjZDaYs1ue87bn23HyLVvV9gTiEiysljf9mmMmx89sPfIw34zgml1fLWfkTW5pym2C1brdXtM/OQ7yjV55/++W3va9CYxGo3L44YeX6vjeLZf0yzOe8YySkWfL3nqXffPZmMBP/bNxtzITHM0+2Td57JbedgIECBDopoAATTf7Ta0JEOiQwCqrmhEvGfr+0Y9+tHz3u98tGZqfoe4ZDTJ70n7Sk560/P7v/365z33uU/I8jzyn5uEPf3jJxfYydTrvec872T8X4bnFJrdQ1fdPOfkrch5Wm2fMZHROnleSNLl4yS0Bma+mjATIc02q5f2+pj0JHmR0zktf+tLJKKM8DLeeb27fSR3jldsTMtoh+9XTtGk+wbQHPvCBJaON4pp+rPdv2pORMOmTD3zgA+XQQw9dqvrJKyOokv/Tn/70ybOM0o/1TNLP6e8Ei2KWIFjqlTQZdXS+850vs5Ppa1/7Wslf/CcL+/zve9/7XskImiqb3GIyGh0IBlXrN/U6Gs1/YPAjH/nIkiDkvLolyJLRMnnvVu7py3r6HLt5LknSZaRajoPKvZ7O/OoF8rmVz8q8r/L+Sl9UpSQAnOM+78e8bzKKLJ/H1fZlXkejUcnneILEn/70p0vyyvsp78sqn5SX9/Wd73zn8uEPf3jyvKLsMxq1571Q1dUrAQIECKxOQIBmdZZyIrApAeUOVCDPrsjzCt7whjeUBEaOPfbYyS0WudUkUx7Gm7/oP+1pTysZXVE/+V+WLBcil7nMZUoeKJuL8eRfTSknFxAZep9A0WzeGW1Qpc1rgkvbjYjIM2WyvZqyPJvXTsu5PeiWt7zl5FtRcttIlU9eE7xJHeO1Xdnz8s0DlLN/NeWWrTwXYl762fX73T91jWv6sd6/ac+rXvWqkj5J36Tc2bLy7Iqs32lK/nlAcGzSj1U785p+Tn9f4xrXKLPHTo69Y445Zup4i/1sWbklJ/kkv0y5ReQP/uAPZpNNLee5N1/96le38p79xq6pxHMWUkbKSpnVFJ85yZdenWc85eK6yrt6ffOb31wWCabEr3JPX1b75zXHbh5Em5E2s0GznSqa/s7+1bTM+ydpq/3ymrx2Kqvatkz/Js/kXU0ps8qn/pr3V95nVbq8LtN3+90/76e8r/L+Sl+k/Ex5zlKCKXk/5n2TOs+WlWM9Jtm2yJSyEvTJaJx8s1z9PZ7yvvKVr5TnPe95kwBq0i6S52ydUvdl/BYpQxoCBAgQWJ/ACdaXtZz7I6AlBAgQIECAAAECBAgQIECAwDoF2hGgWWcL5U2AAAECBAgQIECAAAECBAi0Q0At5goI0MylsYEAAQIECBAgQIAAAQIEuiagvgS6KiBA09WeU28CBAgQIECAAAECBDYhoEwCBAisRUCAZi2sMiVAgAABAgQIECCwVwH7ESBAgMAQBQRohtjr2kyAAAECBAgMW0DrCRAgQIAAgdYJCNC0rktUiAABAgQIdF9ACwgQIECAAAECBJYTEKBZzktqAgQIEGiHgFoQIECAAAECBAgQ6JWAAE2vulNjCBBYnYCcCBAgQIAAAQIECBAg0JyAAE1z1koiMC1giQABAgQIECBAgAABAgQIHC8gQHM8RB9ftIkAAQIECBAgQIAAAQIECBDohsB+AjTdaKFaEiBAgAABAgQIECBAgAABAvsRsG8DAgI0DSArggABAgQIECBAgAABAgR2ErCNAAEBGscAAQIECBAgQIAAAQL9F9BCAgQItFxAgKblHaR6BAgQIECAAAEC3RBQSwIECBAgsB8BAZr96NmXAAECBAgQINCcgJIIECBAgACBHgsI0PS4czWNAAECBAgsJyA1AQIECBAgQIDApgQEaDYlr1wCBAgMUUCbCRAgQIAAAQIECBDYVkCAZlsWKwkQ6KqAehMgQIAAAQIECBAgQKCLAgI0Xew1dd6kgLIJECBAgAABAgQIECBAgMDKBQRoVk663wztT4AAAQIECBAgQIAAAQIECPRfYLqFAjTTHpYIECBAgAABAgQIECBAgEA/BLSiUwICNJ3qLpUlQIAAAQIECBAgQIBAewTUhACB1QkI0KzOUk4ECBAgQIAAAQIECKxWQG4ECBAYjIAAzWC6WkMJECBAgAABAgQOFrCGAAECBAi0Q0CAph39oBYECBAgQIBAXwW0iwABAgQIECCwgIAAzQJIkhAgQIAAgTYLqBsBAgQIECBAgED3BQRout+HWkCAAIF1C8ifAAECBAgQIECAAIE1CwjQrBlY9gQILCIgDQECBAgQIECAAAECBIYtIEAz7P4fTuu1lAABAgQIECBAgAABAgQItFhAgGZFnSMbAgQIECBAgAABAgQIECBAoP8C62qhAM26ZOVLgAABAgQIECBAgAABAgSWF7DHQAUEaAba8ZpNgAABAgQIECBAgMBQBbSbAIE2CgjQtLFX1IkAAQIECBAgQIBAlwXUnQABAgSWFhCgWZrMDgQIECBAgAABApsWUD4BAgQIEOibgABN33pUewgQIECAAIFVCMiDAAECBAgQINCogABNo9wKI0CAAAEClYBXAgQIECBAgAABAgcEBGgOWJgjQIBAvwS0hgABAgQIECBAgACBzggI0HSmq1SUQPsE1IgAAQIECBAgQIAAAQIEViMgQLMaR7msR0CuBAgQIECAAAECBAgQIEBgEAIDD9AMoo81kgABAgQIECBAgAABAgQIDFyg/c0XoGl/H6khAQIECBAgQIAAAQIECLRdQP0I7FNAgGafgHYnQIAAAQIECBAgQIBAEwLKIECg3wICNP3uX60jQIAAAQIECBAgsKiAdAQIECCwQQEBmg3iK5oAAQIECBAgMCwBrSVAgAABAgTmCQjQzJOxngABAgQIEOiegBoTIECAAAECBDoqIEDT0Y5TbQIECBDYjIBSCRAgQIAAAQIECKxDQIBmHaryJECAwN4F7EmAAAECBAgQIECAwAAFBGgG2OmaPHQB7SdAgAABAgQIECBAgACBtgkI0LStR/pQH20gQIAAAQIECBAgQIAAAQIElhLoZIBmqRZKTIAAAQIECBAgQIAAAQIECHRSYEiVFqAZUm9rKwECBAgQIECAAAECBAjUBcwTaI2AAE1rukJFCBAgQIAAAQIECBDon4AWESBAYDEBAZrFnKQiQIAAAQIECBAg0E4BtSJAgACBXggI0PSiGzWCAAECBAgQILA+ATkTIECAAAEC6xcQoFm/sRIIECBAgACBnQVsJUCAAAECBAgMXkCAZvCHAAACBAgMQUAbCRAgQIAAAQIECLRbQICm3f2jdgQIdEVAPQkQIECAAAECBAgQILAPAQGaWKvhDAAAEABJREFUfeDZlUCTAsoiQIAAAQIECBAgQIAAgf4KCND0t2+XbZn0BAgQIECAAAECBAgQIECAwIYEGgzQbKiFiiVAgAABAgQIECBAgAABAgQaFFDUXgQEaPaiZh8CBAgQIECAAAECBAgQ2JyAkgn0UECApoedqkkECBAgQIAAAQIECOxPwN4ECBBoWkCApmlx5REgQIAAAQIECBAohQEBAgQIEJgSEKCZ4rBAgAABAgQIEOiLgHYQIECAAAECXRIQoOlSb6krAQIECBBok4C6ECBAgAABAgQIrExAgGZllDIiQIAAgVULyI8AAQIECBAgQIDAUAQEaIbS09pJgMB2AtYRIECAAAECBAgQIECgFQICNK3oBpXor4CWESBAgAABAgQIECBAgACB3QUEaHY3ancKtSNAgAABAgQIECBAgAABAgQ6L7BrgKbzLdQAAgQIECBAgAABAgQIECBAYFcBCTYrIECzWX+lEyBAgAABAgQIECBAYCgC2kmAwA4CAjQ74NhEgAABAgQIECBAgECXBNSVAAEC3RUQoOlu36k5AQIECBAgQIBA0wLKI0CAAAECaxIQoFkTrGwJECBAgAABAnsRsA8BAgQIECAwTAEBmmH2u1YTIECAwHAFtJwAAQIECBAgQKCFAgI0LewUVSJAgEC3BdSeAAECBAgQIECAAIFlBQRolhWTngCBzQuoAQECBAgQIECAAAECBHomIEDTsw7VnNUIyIUAAQIECBAgQIAAAQIECDQpIEDTpPaBsswRIECAAAECBAgQIECAAAEC/RdYuIUCNAtTSUiAAAECBAgQIECAAAECBNomoD59ERCg6UtPagcBAgQIECBAgAABAgTWISBPAgQaERCgaYRZIQQIECBAgAABAgQIzBOwngABAgRKEaBxFBAgQIAAAQIECPRdQPsIECBAgEDrBQRoWt9FKkiAAAECBAi0X0ANCRAgQIAAAQL7ExCg2Z+fvQkQIECAQDMCSiFAgAABAgQIEOi1gABNr7tX4wgQILC4gJQECBAgQIAAAQIECGxOQIBmc/ZKXkBgNBqV0cg0GvXCQF/qR8eAY8Ax4BhwDDgGHAOOgY0eAwtcgkhCYGMCAjQbo1fw6gXkSIAAAQIECBAgQIAAAQIEuikgQLNMv0lLgAABAgQIECBAgAABAgQI9F9gAy0UoNkAuiIJECBAgAABAgQIECBAYNgCWk9gVkCAZlbEMgECBAgQIECAAAECBLovoAUECHRMQICmYx2mugQIECBAgAABAgTaIaAWBAgQILBKAQGaVWrKiwABAgQIECBAYHUCciJAgAABAgMSEKAZUGdrKgECBAgQIDAtYIkAAQIECBAg0BYBAZq29MRw6zEaN91UCgMGjoF+HgP6tbl+LTP/2Be/W0phUAqDUhiUwqCUhQ2KfwQ2JSBAsyl55RIgQGAlAjIhQIAAAQIECBAgQKAPAgI0fehFbSCwTgF5EyBAgAABAgQIECBAgMDaBQRo1k6sgN0EbCdAgAABAgQIECBAgAABAkMXGEKAZuh9rP0ECBAgQIAAAQIECBAgQGAIAp1uowBNp7tP5QkQIECAAAECBAgQIECgOQElEVifgADN+mzlTIAAAQIECBAgQIAAgeUEpCZAYLACAjSD7XoNJ0CAAAECBAgQGKKANhMgQIBAOwUEaNrZL2pFgAABAgQIEOiqgHoTIECAAAECexAQoNkDml0IECBAgACBTQoomwABAgQIECDQPwEBmv71qRYRIECAwH4F7E+AAAECBAgQIECgYQEBmobBFUeAAIEImAgQIECAAAECBAgQIFAXEKCpa5gn0B8BLSFAgAABAgQIECBAgACBDgkI0HSos9pVVbUhQIAAAQIECBAgQIAAAQIEViXQ3gDNqlooHwIECBAgQIAAAQIECBAgQKC9Amo2ERCgmTD4jwABAgQIECBAgAABAgT6KqBdBLogIEDThV5SRwIECBAgQIAAAQIE2iygbgQIENi3gADNvgllQIAAAQIECBAgQGDdAvInQIAAgb4LCND0vYe1jwABAgQIECCwiIA0BAgQIECAwEYFBGg2yq9wAgQIECAwHAEtJUCAAAECBAgQmC8gQDPfxhYCBAgQ6JaA2hIgQIAAAQIECBDorIAATWe7TsUJEGheQIkECBAgQIAAAQIECBBYj4AAzXpc5UpgbwL2IkCAAAECBAgQIECAAIFBCgjQDKzbNZcAAQIECBAgQIAAAQIECBBon8CqAzTta6EaESBAgAABAgQIECBAgAABAqsWkN+KBQRoVgwqOwIECBAgQIAAAQIECBBYhYA8CAxLQIBmWP2ttQQIECBAgAABAgQIVAJeCRAg0CIBAZoWdYaqECBAgAABAgQI9EtAawgQIECAwKICAjSLSklHgAABAgQIEGifgBoRIECAAAECPREQoOlJR2oGAQIECBBYj4BcCRAgQIAAAQIEmhAQoGlCWRkECBAgMF/AFgIECBAgQIAAAQIEigCNg4AAgd4LaCABAgQIECBAgAABAgTaLiBA0/YeUr8uCKgjAQIECBAgQIAAAQIECBDYl4AAzb74mtpZOQQIECBAgAABAgQIECBAgECfBY4L0PS5hdpGgAABAgQIECBAgAABAgQIHCfg/9YKCNC0tmtUjAABAgQIECBAgAABAt0TUGMCBPYmIECzNzd7ESBAgAABAgQIECCwGQGlEiBAoJcCAjS97FaNIkCAAAECBAgQ2LuAPQkQIECAQPMCAjTNmyuRAAECBAgQGLqA9hMgQIAAAQIEZgQEaGZALBIgQIAAgT4IaAMBAgQIECBAgEC3BARoutVfakuAAIG2CKgHAQIECBAgQIAAAQIrFBCgWSGmrAgQWKWAvAgQIECAAAECBAgQIDAcAQGa4fS1ls4KWCZAgAABAgQIECBAgAABAi0REKBZY0fImgABAgQIECBAgAABAgQIEOi/wCpaKECzCkV5ECBAgAABAgQIECBAgACB9QnIeQACAjQD6GRNJECAAAECBAgQIECAwM4CthIgsGkBAZpN94DyCRAgQIAAAQIECAxBQBsJECBAYEcBAZodeWwkQIAAAQIECBDoioB6EiBAgACBLgsI0HS599SdAAECBAgQaFJAWQQIECBAgACBtQkI0KyNVsYECBAgQGBZAekJECBAgAABAgSGKiBAM9Se124CBIYpoNUECBAgQIAAAQIECLRSQICmld2iUgS6K6DmBAgQIECAAAECBAgQILC8gADN8mb22KyA0gkQIECAAAECBAgQIECAQO8EBGgO6lIrCBAgQIAAAQIECBAgQIAAgf4LtKuFAjTt6g+1IUCAAAECBAgQIECAAIG+CGgHgSUEBGiWwJKUAAECBAgQIECAAAECbRJQFwIE+iMgQNOfvtQSAgQIECBAgAABAqsWkB8BAgQINCQgQNMQtGIIECBAgAABAgS2E7COAAECBAgQiIAATRRMBAgQIECAQH8FtIwAAQIECBAg0AEBAZoOdJIqEiBAgEC7BdSOAAECBAgQIECAwH4FBGj2K2h/AgQIrF9ACQQIECBAgAABAgQI9FxAgKbnHax5BBYTkIoAAQIECBAgQIAAAQIENikgQLNJ/SGVra0ECBAgQIAAAQIECBAgQIDAXIHeBGjmttAGAgQIECBAgAABAgQIECBAoDcCfW2IAE1fe1a7CBAgQIAAAQIECBAgQGAvAvYhsBEBAZqNsCuUAAECBAgQIECAAIHhCmg5AQIEDhYQoDnYxBoCBAgQIECAAAEC3RZQewIECBDonIAATee6TIUJECBAgAABApsXUAMCBAgQIEBgtQICNKv1lBsBAgQIECCwGgG5ECBAgAABAgQGJSBAM6ju1lgCBAgQOCBgjgABAgQIECBAgEB7BARo2tMXakKAQN8EtIcAAQIECBAgQIAAAQILCgjQLAglGYE2CqgTAQIECBAgQIAAAQIECPRDQICmH/24rlbIlwABAgQIECBAgAABAgQIEGhAYMMBmgZaqAgCBAgQIECAAAECBAgQIEBgwwKK301AgGY3IdsJECBAgAABAgQIECBAoP0Cakig4wICNB3vQNUnQIAAAQIECBAgQKAZAaUQIEBgnQICNOvUlTcBAgQIECBAgACBxQWkJECAAIEBCwjQDLjzNZ0AAQIECBAYmoD2EiBAgAABAm0VEKBpa8+oFwECBAgQ6KKAOhMgQIAAAQIECOxJQIBmT2x2IkCAAIFNCSiXAAECBAgQIECAQB8FBGj62KvaRIDAfgTsS4AAAQIECBAgQIAAgcYFBGgaJ1cgAQIECBAgQIAAAQIECBAgQGBaQIBm2qMfS1pBgAABAgQIECBAgAABAgQIdEpgTwGaTrVQZQkQIECAAAECBAgQIECAAIE9CdipOQEBmuaslUSAAAECBAgQIECAAAEC0wKWCBA4XkCA5ngILwQIECBAgAABAgQI9FFAmwgQINANAQGabvSTWhIgQIAAAQIECLRVQL0IECBAgMAKBARoVoAoCwIECBAgQIDAOgXkTYAAAQIECPRfQICm/32shQQIECBAYDcB2wkQIECAAAECBDYsIECz4Q5QPAECBIYhoJUECBAgQIAAAQIECOwkIECzk45tBAh0R0BNCRAgQIAAAQIECBAg0GEBAZoOd56qNyugNAIECBAgQIAAAQIECBAgsC4BAZp1yS6frz0IECBAgAABAgQIECBAgACB/gts20IBmm1ZrCRAgAABAgQIECBAgAABAl0VUO8uCgjQdLHX1JkAAQIECBAgQIAAAQKbFFA2AQIrFxCgWTmpDAkQIECAAAECBAgQ2K+A/QkQIDA0AQGaofW49hIgQIAAAQIECETARIAAAQIEWiUgQNOq7lAZAgQIECBAoD8CWkKAAAECBAgQWFxAgGZxKykJECBAgEC7BNSGAAECBAgQIECgNwICNL3pSg0hQIDA6gXkSIAAAQIECBAgQIBAMwICNM04K4UAge0FrCVAgAABAgQIECBAgACBsYAAzRjBT58FtI0AAQIECBAgQIAAAQIECLRfQIBmv31kfwIECBAgQIAAAQIECBAgQKD/AmtuoQDNmoFlT4AAAQIECBAgQIAAAQIEFhGQZtgCAjTD7n+tJ0CAAAECBAgQIEBgOAJaSoBAiwUEaFrcOapGgAABAgQIECBAoFsCakuAAAECexUQoNmrnP0IECBAgAABAgSaF1AiAQIECBDoqYAATU87VrMIECBAgACBvQnYiwABAgQIECCwCQEBmk2oK5MAAQIEhiyg7QQIECBAgAABAgQOEhCgOYjECgIECHRdQP0JECBAgAABAgQIEOiagABN13pMfQm0QUAdCBAgQIAAAQIECBAgQGClAgI0K+WU2aoE5EOAAAECBAgQIECAAAECBIYkMNQAzZD6WFsJECBAgAABAgQIECBAgMBQBTrTbgGaznSVihIgQIAAAQIECBAgQIBA+wTUiMBqBARoVuMoFwIECBAgQIAAAQIECNLhGtEAABAASURBVKxHQK4ECAxCQIBmEN2skQQIECBAgAABAgTmC9hCgAABApsXEKDZfB+oAQECBAgQIECg7wLaR4AAAQIECOwiIECzC5DNBAgQIECAQBcE1JEAAQIECBAg0G0BAZpu95/aEyBAgEBTAsohQIAAAQIECBAgsEYBAZo14sqaAAECywhIS4AAAQIECBAgQIDAcAUEaIbb91o+PAEtJkCAAAECBAgQIECAAIGWCgjQtLRjulkttSZAgAABAgQIECBAgAABAgT2ItCtAM1eWmgfAgQIECBAgAABAgQIECBAoFsCA6ytAM0AO12TCRAgQIAAAQIECBAgMHQB7SfQNgEBmrb1iPoQIECAAAECBAgQINAHAW0gQIDAUgICNEtxSUyAAAECBAgQIECgLQLqQYAAAQJ9EhCg6VNvagsBAgQIECBAYJUC8iJAgAABAgQaExCgaYxaQQQIECBAgMCsgGUCBAgQIECAAIHjBARojnPwPwECBAj0U0CrCBAgQIAAAQIECHRCQICmE92kkgQItFdAzQgQIECAAAECBAgQILB/AQGa/RvKgcB6BeROgAABAgQIECBAgAABAr0XEKDpfRfv3kApCBAgQIAAAQIECBAgQIAAgc0KNBGg2WwLlU6AAAECBAgQIECAAAECBAg0IaCMfQgI0OwDz64ECBAgQIAAAQIECBAg0KSAsgj0V0CApr99q2UECBAgQIAAAQIECCwrID0BAgQ2JCBAsyF4xRIgQIAAAQIECAxTQKsJECBAgMB2AgI026lYR4AAAQIECBDoroCaEyBAgAABAh0UEKDpYKepMgECBAgQ2KyA0gkQIECAAAECBFYtIECzalH5ESBAgMD+BeRAgAABAgQIECBAYGACAjQD63DNJUDgOAH/EyBAgAABAgQIECBAoE0CAjRt6g116ZOAthAgQIAAAQIECBAgQIAAgYUFBGgWpmpbQvUhQIAAAQIECBAgQIAAAQIE+iIwP0DTlxZqBwECBAgQIECAAAECBAgQIDBfwJZWCAjQtKIbVIIAAQIECBAgQIAAAQL9FdAyAgR2FxCg2d1ICgIECBAgQIAAAQIE2i2gdgQIEOi8gABN57tQAwgQIECAAAECBNYvoAQCBAgQILBeAQGa9frKnQABAgQIECCwmIBUBAgQIECAwKAFBGgG3f0aT4AAAQJDEtBWAgQIECBAgACB9goI0LS3b9SMAAECXRNQXwIECBAgQIAAAQIE9iggQLNHOLsRILAJAWUSIECAAAECBAgQIECgnwICNP3sV63aq4D9CBAgQIAAAQIECBAgQIDABgQEaBpGVxwBAgQIECBAgAABAgQIECDQf4FlWyhAs6yY9AQIECBAgAABAgQIECBAYPMCatAzAQGannWo5hAgQIAAAQIECBAgQGA1AnIhQKBJAQGaJrWVRYAAAQIECBAgQIDAAQFzBAgQILAlIECzRWGGAAECBAgQIECgbwLaQ4AAAQIEuiIgQNOVnlJPAgQIECBAoI0C6kSAAAECBAgQWImAAM1KGGVCgAABAgTWJSBfAgQIECBAgACBIQgI0Ayhl7WRAAECOwnYRoAAAQIECBAgQIDAxgUEaDbeBSpAoP8CWkiAAAECBAgQIECAAAECOwsI0OzsY2s3BNSSAAECBAgQIECAAAECBAh0WkCAZqHuk4gAAQIECBAgQIAAAQIECBDov8DmWihAszl7JRMgQIAAAQIECBAgQIDA0AS0l8AcAQGaOTBWEyBAgAABAo0KXGNc2sP2MY13nfrZT16py1RmFggQINAlAXUlQKCbAgI03ew3tSZAgAABAn0TeOe4QZcbT4/b4zTebepnr/mkDqnLVGYWCBCYErBAgAABAmsQEKBZA6osCRAgQIAAgT0JPG1Pe612pzbUYbUt6mRuKk2AAAECBIYnIEAzvD7XYgIECBAg0FaBvx9X7O3jaf0/25eQslOH7bdaS4AAAQIECBBYo4AAzRpxZU2AAAECwxXQ8j0LbHIEyybL3jOYHQkQIECAAIF+CAjQ9KMftYIAgeEJaDGBvgpkBEtGsjTdvpSZspsuV3kECBAgQIAAgYmAAM2EwX8ECBwsYA0BAgQ2JrCJkSybKHNjwAomQIAAAQIE2icgQNO+PhlOjbSUAAECBAhsL5CRLBnRsv3W1a9NWSlz9TnLkQABAgQIECCwoECvAzQLGkhGgAABAgQItE+gyREtTZbVPmk1IkCAAAECPRDoQxMEaPrQi9pAgAABAgT6J5ARLRnZsu6WpYyUte5y5E+AAAEC3RZQewJrFxCgWTuxAggQIECAAIE9CjQxsqWJMvbYfLsRIDAsAa0lQGDoAgI0Qz8CtJ8AAQIECLRXICNbMsJlXTVM3iljXfnLl0C7BNSGAAECBFotIEDT6u5ROQIECBAgMHiBdY5wWWfeg+w4jSZAgAABAgT2LiBAs3c7exIgQIAAAQLrF8gIl4x0SUmrnJJn8l5lnvIiQIAAAQIECOxZQIBmz3R2JECAAIH+CWhRSwXWMdJlHXm2lE+1CBAgQIAAgS4ICNB0oZfUkQCB/ghoCQECexHISJeMeNnLvtvtk7yS53bbrCNAgAABAgQIbERAgGYj7AolsD4BORMgQKCnAqsc8bLKvHrKrVkECBAgQIBA0wICNE2Ld788LSBAgAABApsQyIiXjHzZb9nJI3ntNx/7EyBAgAABAgRWKtDCAM1K2yczAgQIECBAoD8Cqxj5soo8+iOqJQQIECBAYKMCCq8LCNDUNcwTIECAAAECbRbIyJeMgNlrHbNv8tjr/vYjQIAAga4JqC+BDgkI0HSos1SVAAECBAgQKPsZAbOffdETIEBgWwErCRAgsCoBAZpVScqHAAECBAgQaEIgI2AyEmbZsrJP9l12P+kJbFpA+QQIECAwEAEBmoF0tGYSIECAAIEeCexlJMxe9ukR2U5NsY0AAQIECBBog4AATRt6QR0IECBAgECfBVbftoyEyYiYRXNO2uyzaHrpCBAgQIAAAQKNCwjQNE6uQAIECBBYtYD8BimwzIiYZdIOElOjCRAgQIAAgc0LCNBsvg/UgACB9guoIQEC7RPIiJiMjNmtZkmTtLuls50AAQIECBAgsFEBAZqN8iucQCXglQABAgT2ILDIyJhF0uyhaLsQIECAAAECBFYrIECzWs/25qZmBAgQIECgfwIZGZMRMvNalm1JM2+79QQIECBAgACB1gisLEDTmhapCAECBAgQIDAkgZ1GyOy0bUhG2kqAAAECBFYqILP1CHQhQPObcdNNpTBg4BhwDDgGHAOOgYOPgXeOzxPm/WQbs4PNmDBxDDgG2n4MqJ9jdF3HwLxzhlas70KAphVQKkGAAAECBAgQIECAQF8EtIMAAQLtExCgaV+fqBEBAgQIECBAgEDXBdSfAAECBAgsKSBAsySY5AQIECBAgACBNgioAwECBAgQINAvAQGafvWn1hAgQIAAgVUJyIcAAQIECBAgQKBBAQGaBrEVRYAAAQJ1AfMECBAgQIAAAQIECFQCAjSVhFcCBPonoEUECBAgQIAAAQIECBDoiIAATUc6SjXbKaBWBAgQIECAAAECBAgQIEBgFQKdD9D85je/KT2etE3/OgYcA44Bx4BjwDHgGHAMOAYcA44Bx4BjYIFjYBVBkg3mUTofoNkknrIJECBAgAABAgQIECBAgEA3BNSy7QICNG3vIfUjQIAAAQIECBAgQIBAFwTUkQCBfQkI0OyLz84ECBAgQIAAAQIECDQloBwCBAj0WUCAps+9q20ECBAgQIAAAQLLCEhLgAABAgQ2JiBAszF6BRMgQIAAAQLDE9BiAgQIECBAgMD2AgI027tYS4AAAQIEuimg1gQIECBAgAABAp0UEKDpZLepNAECBDYnoGQCBAgQIECAAAECBFYvIECzelM5EiCwPwF7EyBAgAABAgQIECBAYHACAjSD63INLoUBAQIECBAgQIAAAQIECBBol4AAzTr6Q54ECBAgQIAAAQIECBAgQIBA/wVW2EIBmhViyooAAQIECBAgQIAAAQIECKxSQF7DERCgGU5faykBAgQIECBAgAABAgRmBSwTINASAQGalnSEahAgQIAAAQIECBDop4BWESBAgMAiAgI0iyhJQ4AAAQIECBAg0F4BNSNAgAABAj0QEKDpQSdqAgECBAgQILBeAbkTIECAAAECBNYtIECzbmH5EyBAgACB3QWkIECAAAECBAgQGLiAAM3ADwDNJ0BgKALaSYAAAQIECBAgQIBAmwUEaNrcO+pGoEsC6kqAAAECBAgQIECAAAECexYQoNkznR2bFlAeAQIECBAgQIAAAQIECBDoq4AAzYGeNUeAAAECBAgQIECAAAECBAj0X6CVLRSgaWW3qBQBAgQIECBAgAABAgQIdFdAzQksLyBAs7yZPQgQIECAAAECBAgQILBZAaUTINA7AQGa3nWpBhEgQIAAAQIECBDYv4AcCBAgQKBZAQGaZr2VRoAAAQIECBAgcJyA/wkQIECAAIGagABNDcMsAQIECBAg0CcBbSFAgAABAgQIdEdAgKY7faWmBAgQINA2AfUhQIAAAQIECBAgsCIBAZoVQcqGAAEC6xCQJwECBAgQIECAAAECwxAQoBlGP2slgXkC1hMgQIAAAQIECBAgQIBACwQEaFrQCf2ugtYRIECAAAECBAgQIECAAAECuwl0P0CzWwttJ0CAAAECBAgQIECAAAECBLov0PMWCND0vIM1jwABAgQIECBAgAABAgQWE5CKwCYFBGg2qa9sAgQIECBAgAABAgSGJKCtBAgQmCsgQDOXxgYCBAgQIECAAAECXRNQXwIECBDoqoAATVd7Tr0JECBAgAABApsQUCYBAgQIECCwFgEBmrWwypQAAQIECBDYq4D9CBAgQIAAAQJDFBCgGWKvazMBAgSGLaD1BAgQIECAAAECBFonIEDTui5RIQIEui+gBQQIECBAgAABAgQIEFhOQIBmOS+pCbRDQC0IECBAgAABAgQIECBAoFcCAjS96s7VNUZOBAgQIECAAAECBAgQIECAQHMCmwrQNNdCJREgQIAAAQIECBAgQIAAAQKbElDuggICNAtCSUaAAAECBAgQIECAAAECbRRQJwL9EBCg6Uc/agUBAgQIECBAgAABAusSkC8BAgQaEBCgaQBZEQQIECBAgAABAgR2ErCNAAECBAgI0DgGCBAgQIAAAQL9F9BCAgQIECBAoOUCAjQt7yDVI0CAAAEC3RBQSwIECBAgQIAAgf0ICNDsR8++BAgQINCcgJIIECBAgAABAgQI9FhAgKbHnatpBAgsJyA1AQIECBAgQIAAAQIENiUgQLMpeeUOUUCbCRAgQIAAAQIECBAgQIDAtgICNNuydHWlehMgQIAAAQIECBAgQIAAAQJdFFguQNPFFqozAQIECBAgQIAAAQIECBAgsJyA1I0LCNA0Tq5AAgQIECBAgAABAgQIECBAgMC0gADNtIegRxXBAAAQAElEQVQlAgQIECBAgAABAgT6IaAVBAgQ6JSAAE2nuktlCRAgQIAAAQIE2iOgJgQIECBAYHUCAjSrs5QTAQIECBAgQGC1AnIjQIAAAQIEBiMgQDOYrtZQAgQIECBwsIA1BAgQIECAAAEC7RAQoGlHP6gFAQIE+iqgXQQIECBAgAABAgQILCAgQLMAkiQECLRZQN0IECBAgAABAgQIECDQfQEBmu73oRasW0D+BAgQIECAAAECBAgQIEBgzQICNGsGXiR7aQgQIECAAAECBAgQIECAAIH+C+zUQgGanXRsI0CAAAECBAgQIECAAAEC3RFQ0w4LCNB0uPNUnQABAgQIECBAgAABAs0KKI0AgXUJCNCsS1a+BAgQIECAAAECBAgsL2APAgQIDFRAgGagHa/ZBAgQIECAAIGhCmg3AQIECBBoo4AATRt7RZ0IECBAgACBLguoOwECBAgQIEBgaQEBmqXJ7ECAAAECBDYtoHwCBAgQIECAAIG+CQjQ9K1HtYcAAQKrEJAHAQIECBAgQIAAAQKNCgjQNMqtMAIEKgGvBAgQIECAAAECBAgQIHBAQIDmgIW5fgloDQECBAgQIECAAAECBAgQ6IyAAM2eu8qOBAgQIECAAAECBAgQIECAQP8FmmmhAE0zzkohQIAAAQIECBAgQIAAAQLbC1hLYCwgQDNG8EOAAAECBAgQIECAAIE+C2gbAQLtFxCgaX8fqSEBAgQIECBAgACBtguoHwECBAjsU0CAZp+AdidAgAABAgQIEGhCQBkECBAgQKDfAgI0/e5frSNAgAABAgQWFZCOAAECBAgQILBBAQGaDeIrmgABAgSGJaC1BAgQIECAAAECBOYJCNDMk7GeAAEC3RNQYwIECBAgQIAAAQIEOiogQNPRjlNtApsRUCoBAgQIECBAgAABAgQIrENAgGYdqvLcu4A9CRAgQIAAAQIECBAgQIDAAAUGF6AZYB9rMgECBAgQIECAAAECBAgQGJxA1xosQNO1HlNfAgQIECBAgAABAgQIEGiDgDoQWKmAAM1KOWVGgAABAgQIECBAgACBVQnIhwCBIQkI0Aypt7WVAAECBAgQIECAQF3APAECBAi0RkCApjVdoSIECBAgQIAAgf4JaBEBAgQIECCwmIAAzWJOUhEgQIAAAQLtFFArAgQIECBAgEAvBARoetGNGkGAAAEC6xOQMwECBAgQIECAAIH1CwjQrN9YCQQIENhZwFYCBAgQIECAAAECBAYvIEAz+EMAwBAEtJEAAQIECBAgQIAAAQIE2i0gQNPu/ulK7dSTAAECBAgQIECAAAECBAgQ2IdARwI0+2ihXQkQIECAAAECBAgQIECAAIGOCAy3mgI0w+17LSdAgAABAgQIECBAgMDwBLSYQEsFBGha2jGqRYAAAQIECBAgQIBANwXUmgABAnsREKDZi5p9CBAgQIAAAQIECGxOQMkECBAg0EMBAZoedqomESBAgAABAgT2J2BvAgQIECBAoGkBAZqmxZVHgAABAgQIlMKAAAECBAgQIEBgSkCAZorDAgECBAj0RUA7CBAgQIAAAQIECHRJQICmS72lrgQItElAXQgQIECAAAECBAgQILAyAQGalVHKiMCqBeRHgAABAgQIECBAgAABAkMREKAZSk9v107rCBAgQIAAAQIECBAgQIAAgVYIrDVA04oWqgQBAgQIECBAgAABAgQIECCwVgGZ719AgGb/hnIgQIAAAQIECBAgQIAAgfUKyJ1A7wUEaHrfxRpIgAABAgQIECBAgMDuAlIQIEBgswICNJv1VzoBAgQIECBAgMBQBLSTAAECBAjsICBAswOOTQQIECBAgACBLgmoKwECBAgQINBdAQGa7vadmhMgQIAAgaYFlEeAAAECBAgQILAmAQGaNcHKlgABAgT2ImAfAgQIECBAgAABAsMUEKAZZr9rNYHhCmg5AQIECBAgQIAAAQIEWiggQNPCTlGlbguoPQECBAgQIECAAAECBAgQWFZAgGZZsc2nVwMCBAgQIECAAAECBAgQIECgZwLbBGh61kLNIUCAAAECBAgQIECAAAECBLYRsKpNAgI0beoNdSFAgAABAgQIECBAgECfBLSFAIGFBQRoFqaSkAABAgQIECBAgACBtgmoDwECBPoiIEDTl57UDgIECBAgQIAAgXUIyJMAAQIECDQiIEDTCLNCCBAgQIAAAQLzBKwnQIAAAQIECJQiQOMoIECAAAECfRfQPgIECBAgQIAAgdYLCNC0votUkAABAu0XUEMCBAgQIECAAAECBPYnIECzPz97EyDQjIBSCBAgQIAAAQIECBAg0GsBAZped6/GLS4gJQECBAgQIECAAAECBAgQ2JyAAE1T9sohQIAAAQIECBAgQIAAAQIE+i+wxxYK0OwRzm4ECBAgQIAAAQIECBAgQGATAsrsp4AATT/7VasIECBAgAABAgQIECCwVwH7ESCwAQEBmg2gK5IAAQIECBAgQIDAsAW0ngABAgRmBQRoZkUsEyBAgAABAgQIdF9ACwgQIECAQMcEBGg61mGqS4AAAQIECLRDQC0IECBAgAABAqsUEKBZpaa8CBAgQIDA6gTkRIAAAQIECBAgMCABAZoBdbamEiBAYFrAEgECBAgQIECAAAECbREQoGlLT6gHgT4KaBMBAgQIECBAgAABAgQILCQgQLMQk0RtFVAvAgQIECBAgAABAgQIECDQBwEBmp170VYCBAgQIECAAAECBAgQIECg/wIbb6EAzca7QAUIECBAgAABAgQIECBAoP8CWkhgZwEBmp19bCVAgAABAgQIECBAgEA3BNSSAIFOCwjQdLr7VJ4AAQIECBAgQIBAcwJKIkCAAIH1CQjQrM9WzgQIECBAgAABAssJSE2AAAECBAYrIEAz2K7X8COOOKKMRqM9Tyc84QnL2c9+9nK1q12tPOlJTypf/OIXy29+8xuwBHolsN/3yWg0Wvg9dpvb3KZXdqtozJvf/OYpvytd6Urlv/7rv1aR9YDzOND0L3zhC+Uud7lLOctZzrLlfMghh5SLXOQi5alPfWr5wQ9+cCBxi+dmj5PRaFSyrsVVVrUGBD7xiU+Uk570pFvHduazbpVF53N7NNr+c/7lL3/5yoo65phjymlPe9qttoxGx5W5jjatrNJLZDT7uzauS+y+lqQ5VuI7GvXLei1YMiWwQgEBmhViympYAv/7v/9bvvGNb5R3v/vd5UEPelA53/nOVy54wQuW97znPQI1wzoUtJbAtICl1gv88Ic/LDe96U3L+c9//vL85z+/fPvb396q869//evymc98ptz//vcvZzrTmcozn/nM8qtf/WpruxkCBBYT+Lu/+7vyy1/+crHEu6R6//vfX/K+3SWZzQQIEOi8gABN57tQA9ok8PnPf75c9apXLQ94wANKAjhtqpu69EdASwgQ2LvAN7/5zXLNa16zvOY1r9k1k3yO3+te95qMpjFCclcuCQhMCfzjP/5j+frXvz61bi8LP//5z8ub3vSmvexqHwIECHROQICmc12mwl0QyND4I488sqsjabpArI4ECBBYWiC3h93udrcrH//4x6f2PdWpTjUZUZNtGQ05tXG88JCHPMQtQ2MHPwSWEfjud79bPvShDy2zy7Zpv/KVr5QPf/jD226zkgABAn0TEKDpW492oj3trORJTnKSyUl7/kq6yPQ///M/5atf/Wp59rOfXU5xilMc1KhHPOIR5R/+4R8OWm8FgS4J5Pa9Rd4PSZOL3ryP6u3LXz2zbZHpJS95SX1X8wRWLvCGN7yh/P3f//1Uvo985CMntzj97d/+bXnhC19Y8qyLt7/97SVBmyphbnt6whOeUH7yk59Uq7wSILCAwFve8pZ93+bk9qYFoCUhQKA3Av0M0PSmezSkzQInOtGJyjnOcY5yt7vdreSvO1e+8pWnqnvsscdOHh6cQM7UBgsECBAg0LhAPotf9rKXTZV7+OGHl4c//OHlxCc+8db60Wg0uQXqWc961ta6zOSBmXk2TeZNBAhsL/Bbv/Vbkwf5Vls/8IEPTJ7XVy0v+5r3bZ5lU+03Go2qWa8ECBA4INCjOQGaHnWmpmxO4DSnOU158YtfXM5znvNMVSIPDP6Xf/mXqXUWCBAgQKB5gXwj02c/+9mpgvOg4FxQTq08fuFKV7rS5Nudjl+cjAL40Y9+VC16JUBgG4HDDjusXOYyl9na8q1vfat85CMf2VpeduZLX/rS1P7Xu971yuxIzWXzlJ7AXgTsQ6ApAQGapqSV03uBjKa55z3vOdXO//7v/57cNjW10gIBAgQINC7wve99r9QDLBk1c7rTnW5uPU5+8pOXs53tbHO320CAwMECCZ5c//rXn9rwxje+cRLgnFq54MLRRx9dfvzjH09SJ+9rXetak/ke/qdJBAgQmAgI0EwY/EdgNQL5BqeMpqnn9sEPfrC+aJ4AAQIENiBw6lOfeup5Ybl1Yqe/7P/nf/7n1K0Zo9Fo6laoDTRBkQT2IdDcrle84hVL/Vxor7c55T2aZ9hUNb/85S9ffu/3fq9a9EqAAIFeCgjQ9LJbNWpTAnmo5MlOdrKp4n/2s58d9Jej73znO5Pn14xGo8m92hlKn28XyYNU8zC8S1/60pP1o9FocpJzs5vdrCTQ86tf/Woq79mFb3zjG5Pn3mSI8QlPeMKtPA455JDJ7Vf5utg8Q2G3fGbznV1O/Z/0pCeV2XLOcpazlLvc5S4lt3WlLdkv7Ur7RqPj2pqRRtk/22anI444YqvOo9Fo61tTfvrTn5Y8rDYXWKPRqKQ9F7nIRSZffZvbFsoO/9LWXISlXil7NDquHqPRcbZXu9rVSp5LkX7aIZsdN+XBockjeeWkdDQ6UMbpT3/6kvV5+OhudZ1XyLrzn1fuptbvdMzk2Lr2ta89OQZGo1HJ+y1/UX3zm99c8pXI8+qcbfkWkPve976T4zb7jUYH+inH1DnPec6SZ5K8853v3DGveWVU66tjLu+33PaYvEej48rK8ZHjIcfLfo65qqztXtPWRz3qUVPvpdFoVK5ylauUH/7wh9vtMrUu790vfvGLk/fcbP3jdqlLXao84xnPKMsez+t4f09VfJeFvBdnv6Hpec97Xvn3f//3bffMX+5ze0a18exnP3u5wAUuUC327jX9mc+p9G/6eTQ67pgdjUaT31d5b+Rrk3N8bdv4bVbmuT0nPelJt47FzGfdNkm3XZW02Wc0Oq4umc+67RLv9/iat3/KSpvzGZPPmryHR6Pj6pPfs/k9+NSnPnXp90Pyrabk39TnU1XmOl/Pda5zlRxHVRl5H+X3cLW86Ovs7U3Xuc51VhIkbepcqSon5yv13wMJMuWYybnNohZVupw/zZ7L5Nistu/2ut/9d8u/vn1dv0vqZZgn0EcBAZo+9qo2tUrgP/7jP8rPf/7zXev0i1/8ojzgAQ8o+ctTTtSqHTIkP98ucrnLXa68973vrVZPveai9RrXuEbJIpCX0gAAEABJREFUBUQCGZ/61KemLjDzDST/9m//Vp75zGeWnCjk5CDPx8kvz6mMdlnIBWVu4zrzmc88uXibLefb3/52ef7zn18udKELlRvf+MYlX7G5S5a7bv7kJz85+YtZAkLVMOe0J4Gm+9///uXWt771tr5pW9qYC7KcKKZeX//616fKi+273/3ucqtb3aok+JMy8he7qUQ7LMTj3ve+9ySIljySV/Ks7/L973+/ZP0d7nCHktsp7nGPe5RFT8rWnX+9nm2fT5/nG9MufOELl7e+9a0ly6lzjN7xjneUPJfgRS96UVZNTenPPOw19gl8HnnkkSXHbfarJ0x+X/3qV8tLXvKSyQNik/6Vr3xlSbClnm6n+eqYy/srx1zeb3nfJe9qvxwfOR5yvPzO7/zO5Fvglimjymfea+qQNj760Y+eSpKHmL/2ta+dHKtTG2YW8llyyUtesuR9k/fDbP3jlgutHPcxWuZ4nilqsrjM+3uywz7+S9DhT/7kT6Zy+NznPjd5SHAukOsb0u7HPOYx9VWTz4l89k2t7MHCN7/5zXLb29528vmUz6n0b/q53rR8dua9kd9DCcQv+96o59Xk/CqOr/e9732TwFw+Y/JZk/dw1YYcN/k8ye+ivB/yOzyfOdX23V6TtqnPp93qssrt+RKFeNXzjF0+n+rrdptPkLT6vX+qU52q5I89u+2z0/Z8vjVxrpTf8flsrM7Jcr5S/z2Qz50cM7mFMiOElnXZqY1t2RbrJn+XtKXd6kFgFQInWEUm8iBAYL5A/tKRC4P5KcrkYjMXVfmLyrx0f/iHf1gucYlLTG3OL/W/+Zu/KfkL3uxXx04lnFn4/Oc/X3I71uMf//ipQM5MsqnFnMTn5Cgnk1Mb5izkWxeucIUrlFzozEmy6+ovf/nLJQ/xzF+h5iXOhW5OBuvbc9J7v/vdb9LG/AWuvm3efE60E9xKndPWeemq9RmJcN3rXncykqB+4lVtn/eaIMNFL3rRyVf5zkuT9evOP2V0aUpwISNS5lnnojEn3vU2pR/Tnwkq5oS5vm2b+alVSf+nf/qn5e53v/tC75Ecc3e9610nx1zeX1OZzVnIPjmJP/zww8vsBfGcXXZcnc+DJz/5yZPgaT1hbgt4xStesWNwJkGijIpJAOxjH/tYffcd53M8JyCVC+EdE26zca/v722yWnjVDW5wg3L+859/Kv0LXvCCks/f+GVDLsgz2uhf//VfsziZ8nmZC6rRaDRZ7st/CWLn8+ioo45auEkJOue9kWDOKo7bhQteMuF+j68cDzm+cyws+nvkKU95SrnRjW5UMupxt+o2+fm0W13WsT2fvRltVOWdPzDljzjV8m6v+XxM8KJKl4v9c5/73NXiUq/py6bOlY455piSuubY2a2S+T2T5/W8+tWvLqnjbum7sH0Tv0u64KKOBJYREKBZRktaArsI5OQjI2bqyc561rPWF7edz4iZJzzhCVvb8lfajAzJlPlsuOUtb1lOecpTZnYy5Zd5LsZuc5vbbHsBmVEst7vd7cod73jHkuDOCU5w8Nv9EY94RMnFa4ITk0zn/JeTzcPHF5Ef//jHD0qRAFTquV05ucC55jWvWXK7xEE7LrDiYQ97WEkeSZr6X/nKV560J69ZzoVW5rO9mtKWXMjngqtaV71meHwutFLX2MSo2la9po05If/a175WrTroNWU8+MEPLjnhrG9MnXKBm7xTRlzic1yaA//nwuHOd77z3JP4ded/oCbdmEuALn+ZroIzpxr/JTWBuzhnpEdakQvvQw89NLOTaadjNiNXclKcPsqU+Yygmuw4819GXu02fDz9lWMuaWd2L/mGoOqYm3c85HanXPz/8pe/nN194eV8HmSEw0Me8pCpfRKcycn/Gc94xqn19YXsm+Dwve9970mwuL4t9c/FRpwybfdZkv7J+/CjH/1ofddd5/fy/t41010S5PP4cY97XMl7tZ40bk984hNLAmZXutKVpp49k9u8cutP/fO3vm9X51/3uteVq1/96mX2d1bak8+tHK/p8xy/OQ6yvj4lqJMRSXmv1de3ZX6/x1eCmnlfV587adciLm9/+9tLbp1L+nlTzOb9Tl3159O8Oqx7/TnPec6p25zyO3Xe7Wnb1SVBsYzmqrbt9famfL41da6UNub3yXZB+vyuyu+sTPVzjxxfWZfb26u2dvU11pv4XdJVL/UmME/g4Cu2eSmtJ0BgV4FcyOWbm+oJc3FTX95uPhd4+cWWi4anP/3ppRpOnguu/JUtJyr5i2V935SVi4qtdcfPZBRITv4++9nPllxU/NVf/VXJSU6e65F77GdPtHMimVsxjt/9oJdcNCYYkdsy6hszmifDdL96/G0hVTkZ/p1RB1XaPN8h9zxXy8u8Vn+dvfjFL15ikL/2ppy85i9PucA4wxnOsJVlDBOYyV/Et1aOZ/JXtzxXJC7vete7SvKITYxycZKRD+NkWz8JCuXCJGZbK2szeQ5D9q+tmtwmkTp9+tOf3nJP/8UnAZlc5NTT56GJb3vb2+qrtubXnf9WQR2ZSb/mPZLq3uc+9ykJhOa2v/RBToTzfnn4wx8+ec5F0mTKcT17zGbIffoix+Qb3vCGyXGQYyHzGbGUvPJX3+xfTSk7afLX3Grd7GveP7PH3ClOcYqtZxtVx1yOh6985SvlQx/6UMkxWc8nZcwG/Orbd5t//etfX25/+9tPBVjyvslF5k7BmeSbfWc/S+r1TwA59cuUz5Ic5wko5/Mq+2fKbQgJFufzKsuLTMu+vxfJc5E0GeHw0Ic+dCppLpKybvav3nnf5sIpF+ZTO3R84Z//+Z9LRsCk3fWm3PzmN5+8v/K5leM1fZ7jN8d/jqUcF/X0CUbk90N+T9TXt2F+v8dXPmMqnxve8IYlnx2zLvmd8uiZ2wnT9gSv8q1hmd9uavLzabvym1iXka35zK2XlZG1+Uytr5s3f/TRR5d8rmT7qcZB+QROM7/s1NS5Un5H5Q8JOX+o1zGfITl28vslv7MyzZ575Lxx3vlAPa+2z2/qd0nbXdSPwLICJ1h2B+mHK6DlOwskWPGc5zxnKlFuu8iIiqmVOyzkL7sZ0ZKHyVXJRqNRyQP36kOFc4GZi4nq5DFpT3KSk5QMB85fgWdPorP9xCc+cXngAx9Y8lfu3PecddWUfVL/arn+movJ2Wd7ZDRPLiYveMEL1pNO5lN2Llhf/OIXH/RX6kmCJf9L21/zmteU+uiIZJHRMLPl/9M//VOZPVmu/rKfvxTXXZNHptOe9rQl/TZb39wylgv3pJmdchJSt7/b3e5W8ryK1Gk2bZbzl8QEkzKaIcvV9NKXvnTb5+esO/+q/K69Hn744SVBxhzL9brneK4HIXJhlAukepqb3OQmJbdJpS/q6+vz+QtnLjjz/KT6+jxjYl6QMQGXBAXr6TPiIn8pvsUtbjEZQVPfNhqNJn9VTvAo6aptOZ7yl8dcCFfrFn3NsZURRcmj2ifBmVwMZcRItW6714x+yQV2fd/Ua179k0eO8wR08kyJXDhlXaZcgGQU0aIXYNlnmfd30q9iGo1GJSOWcuE0L78EsvMMnlw01Y+teem7tD7H2CMf+citi9/UPcG23L768pe/vJzpTGfKqqkpn50J3uT3RI6t+sYEcfL7oL6uLfOrOL4SjMzvoO0+O/JZlJGo+VyqtznvhQQz6+uq+SY/n6oyN/WagHf93CXHSQLsu9Unx2jOZ6p0l7nMZcrv/u7vVosLvzZ5rpSAUj6L65VL0DwBou2OnercY/bYqe/fpflN/y7pkpW6EthNoE0Bmt3qajuB1gpk1ET+UpTRGPVKZvj3bGChvr0+n2DOzW52s6lRAPXt9fmMIMmJcn1dLozy7Tb1ddvNH3bYYSUn4fn2iWp76p0RALMXVvmr6HOf+9xy7LHHVkknDwDOhWQu0rZWzsyMRqOSv6YniDSzaenFPGPm0EMP3XW/1D1BlvwlqkqcC82sq58gVtvqr6PR9vXNX9PzF9J62vxVNg+/q6/LbVyj0c7PpsjtEfEYjQ6kS0Bp9mR13fnX692l+Ryvd7rTnQ4KeGzXhjyQ8Qtf+MLWpgQRckGai+6tlXNmcsGVW33+z/9n7z7g50nr+oDPiCBJAOmIAh6I550EOUoMVZBeQjykC0ovCghKM9JbKNIPo/TeBGlSPUDAoxMEKUqEHAcRAUnEIEGBk/w/eze/m53/7v62ze6U971u/zvlmae8n5n9zXz3mdkf/uGDFNkH8gs3BwtqE295y1uK/EJJtSiB0gTeDruYyIiMBEbL8qz9IRcvn/jEJ6qslnrP6IbmSIhcQC8TnEkBb3zjG6eeExWr3HJ1WP2zbX6NKhf1ma5eOd4yyqCaP+x92eP7sHxWWZ/PigTd5vVpPttOOeWUyUPbl9lnVim7C2mzj2VEYb0u+WxKoLksz9of6+ur6QT88oDgehAnwb0E5XNRXaXryvum+1duq8nnQQJU89pUlmf8/cgtt/U0GSVRn6+md/n5VJW5r/cEJvLA9Kr83AKU4G81P+89I2brAa6cX2VEzrz085bv8lwpX2TlWKjqklHGCb7kb0q1rPlelmWRUaH58qG5rm/z+/5b0jcv9SWwSECAZpGOdQTmCOQhaPlGPd+M3OhGNyoud7nLTYY/15Pnm7uc2JXl4hPeapucxGQkQDU/7z2/CJULwPr6BAia3/rX1zen80scuYWnvjyjRZrBgtw6km+F6ulyK0l+rra+bNZ0WZaTB6w2T1pnpZ23LBfJuQict76+PBeFaUN9WS7KcyFcXzZvuizLIveBJ1BWpcloo+YDU3Nxl8BVlSbvueUj74e98jDV7BcpI/ep59u1c5/73FObtZ3/VGE9msmvjy27L+UZDrnNLrcXZjqjp5bdNiS5/ah69lPmc+E56xfJcgtcRuUkTfXKKIMrXvGK1ezC94zgyDNdqkQJhGbEWjV/2Hv2z4wMqm4DSPo82yB1yoV05he9EnhKMKaeJm65sKgvWzSdB2XHuUqTYFXz4r9a13xf5fhubrvufG7Bymdlfi0vgYpZ+SRImoBFfGat7/uyBFiyr1XtyLGRfi/L5f5WJXgXn2r7vOdCuBm4zvJ9vraxf+Xv5KIL7Kp9GQ2RY6+az3s9SJz56pXPpHjnuMl0W59PVXn7fE9QJcGVeh3y+ZC/c/VlzekEvqvPtXzBkpE4zTSHze/7XOm3f/u3i+wXh9UzQeD8qEGC44el7er6fFbu829JV13Ui8C6AgI068rZbnACGXmRb57LspyMYinL+e858csFXE48cktEEyPDxTM8/phjjmmumjt/hStcoUi+cxOcuSJBlIy8OHN28pZvCRsnkZPl8/4py7LIaJ16eQnG5NcH6tvkYrF+YZpgR/M2nXr65nSeD5PnPTSXLzuf7Y855pilkudbyVwcVolT19zeVM0v854AWQJlVdqcRGZUQzWf93y7ngBLpqtXAkFNu2pd/T0XzflVq1wkJgy4Bw0AABAASURBVJiUW9pygl5P03b+9bL6NH3ssccWy57AJmCab/Tz7JQMcc9Dcuv7+rbanSHd2e+q/MqyLDJqbtmyMqoqF2fZBxKsyfML6vtfle+s9wRnEpitLmKSJheIubDJvp/5w17ZF+v1z+ifE088cfL5d9i21fq0IXWv5vOe2wObQcwsb75WOb6b2646n2P5TW96U5Hb2DK6qL59LgBzkVRfllvQMiox29WX9306zwjL53q9HfmMTl/Ulx02feMb37io3/qVv595wPph2+1yfdq07N+PWfVK+xJUn7WuuSzHfPat5vJZ87v6fJpV9j6WJbiSY6wqO8dWPper+eZ7At+5tbBans/EjMSp5pd93+W5UkZL1c+Vsu/Ug++H1TlB0ubn6GHbdGn9vv+WdMlCXQhsQ0CAZhuKo8xDo+cJ5ET/Va96VZGT3nlpZi1f9lk1+VaufiKQE58Ed2bluWhZTghy0VulyYVIc+hxfYhx0iWAlZPeTC/7ymidZdM20+Wb2mUvypt1XWXbqtycZDct8y17vomr0pRlWWTUQDWf9zwAMCfyt771rYsE7Orps36VV1m2m/8qdelS2oygKcuyS1UqMmorDxeuKpWgbfaDan6Z98c85jFFLlZyq1KCunnWwmHbZaRCRurUgzOXuMQligQglg3OpIw8JyMX1pnOKxcVCSJmepVXc8RQgpX1us3La51jdF5ei5bnsy3PmcqDXuvtzTZ5Fk0CphlVksB6llWvPGcnz4Oq5ofwnkB8/oZUbSnLslg1kJ1ts683Pys/8IEPZFVnXpvuX9k+wdNlG5Tnry2bdkzpElxJkKVqc/a/PKS6mm++Z3195Gq+CDvnOc/ZTHbofPLZ17lSjo0cI4dW8swEOfdY5rP/zOSde9v335LOgagQgQ0Fuhug2bBhNiewD4HcbpCL9byX5fIXk/njfL7znW+pKucEu54wF1WrnERW2ybwcfzxx1ezk/dc+E0mjvyTIEPuAz8yefB/TjpS14MFS0zkJKV5G88Sm02SXPCCFyyWOTHLt/U5GZtsdOY/qXvu7c5zS1Z5NS/IcvGcW1zOzHbyllEPzdtAcu95RmrklreMZsqFeh4umYvV3BI32XDJf9rOf8lqdCrZOoGDVRqQX+DIc53SZ7lgbR5ns/LKs6fqy3MhkhEl9WXbnv4f/+N/TAKE+Zyp5536rnqBXD/ek1du1csDg1c5XpI2v0iT7atXglbJq5qf977s8T1v+2WX55i+733vO/ULVyk73+Tn53dzvCag/vjHP34qyxzTeb5PRivVVySYk1F0d7zjHYs8PDYBnlWP8Xp+u5z++7//+yIjFKoy83cnbanml33P53KeZ1ZPn+eL1POur9vHdPo49Vy37B/5kR/ZyoPu1y2/vt06n0/17fc5nT5IkKWqQwKmeQBw3qtl9fcEq6tAas5v8vewvn7Z6Xwm1tMmrzbOldKOBOvrZeUZTWl3fdlh083zscPSd2n9vv+WdMlCXTYUsPlEQIBmwuAfAqsL5MQ2Q5pzgZJvrvONcS7Q17mQzANQc5GwTC1STj1dTjhWPRHI9gm05HaaTM965YSweZG16EGJs/LIsjyvJlaZXvWV+qWeh22XYFIedFxPlxOmPPh41VdzFFECNMm/nnfuK8/Dk3MBUF9en87F/kMe8pAivzSVvs0tZbn3Pq71dLOm285/VpldX7aNb6dzIp0Hw+aCO6Pc8qtmecZRRqHlGExQLX3WDPbNs2lelO/igi7Pvso+OatOj3jEIyajematm7UsgYX68hxD+fWrVY+Z3NJUzyefG7mVpr5s1vSyx/esbZddluPwnve851RwJs+Bet/73ldc+9rXPsimLMviPve5T5GHwh4sPDKRz9v8al2CD0dmiwSD80stuX3ixS9+cZFfz8qtZsu0N9vv+5Vgc46Dqh7nOte5igTrq/lV3rdxTK5S3qppN92/ErhKHquWu2769Ms2P5/WrUcb2y17m1MCfPXbm652tasVGR24Tp1y7Na3a+tcKc+sqt9enTLzAwV5X+WVc6XcZrrKNl1Ju++/Jas4SEugDwICNH3oJXXciUD+MOYe+pwkLfPKt8QZ1pnnFOSWl7a/Od8FQi5CcoKUsvLe/AYqwYas8yqK3O6VYdq5beIwjwRlXv3qVxe5kEswLb+WkgvtRdu1nf+isoe0LvZ5mHdutUuwL0G1PJwztwhl9ERGUax7cd0M5Oz6gq55S05G1TzqUY8q0uYh9eG6bcnn+B/8wR8UCTxVeSQQlyDUrG+rE0jNL7c1L67+5m/+pnjkIx85cc1nfvaZKr+8Z8RVgqqZHvPr1FNPLb71rW+NmWDltudYbevzaeXKtLhBRhc2b3OqP/+qKjqfqfXbm/L3NZ/b1fquvNfPlRp1MkuAAIGNBQRoNiaUAYHhCOTiNQGE4bSo3ZZktFRun0ggK7/YsMw30bltIqNv8kyV/PLJohq2nf+isvu+Lhfn8c2FeIbXv//9758aRbGofbktrxn8WJR+H+vyQOtcyOTWnXr5L3nJS4r6N9D1dWObzii6PIy73u48UP0qV7lKfdHUdJ7hk18jaR7LCeo85SlPKXJ7U/2b+bIsi1UfrDxV4IBmMgLA34/lOnT9z6ei6MPnU1Mh+0U+h6vlaX9GHlfz1Xvz9qZFx2q1zT7enSvtQ12ZBMYjIEAznr7WUgKHCmQ4d/VtVYa+N4cWN+8zPjTDPSZ4whOeUOQkcNNXvinL/eSLmpKL5Vy8ZVRVvkXOMznyCw6LLvLzrX5+7jejcBblnXVt558yhvRKn+ehsHl2QZ5FtKht6dv85PkTn/jEIg+azi0gGUmX4Nii7bKumSbD3DPcPevafGV/yMVNngmVn2fNw0yr8hIAzE8gz7sNqko36/3Xfu3XtnLMxKD54OBZ5bW9LH2fW5Gqcsry6F+vq9bV33PsPu95zzvq+SN5aHDzOTVJ23weVT2v3k1vUOH8/chD8jfIYhSb7urzqWuYs25zyt/Bqp4ZtVsPLm9ye1OVZ1vv2derc6W2yuhzvkP7W9LnvlD3fgoI0PSz39R6xALNb3bz0MfmM1KW4ck29ZOjbFM/uU5wIc/UyPLq1XzmRrV80XsuFNe9hWRRvvV1ZVkWzZOl3JZQT7OL6bIsi/ys6z3ucY/JxX6M8/ObedZJvvVs1iHfxD//+c+fXBQ3182aL8t2859VZh+X5RkzD37wg48aMXPCCScUCdxkaH1uxciFUi7gM8oifZSL7XzTu2ybm8/g+Jd/+Zejylw2r2XTJaCU+qYt2SbBmjx7JtPVK89dycOO075q2az3+vGe9bsIMKWcXb2+9rWvTR1buYVp2edhzXpocOrdNL33ve9dbPP21jyn6jd+4zeK3A6SESm5DS/lrvNqfiYmjxiU5VkPsM9FcT6Hsm7VV/aX+jYpryzPyru+zvRZArv6fDqrxG5MNW9zygP08yuJVe2atzfd4ha3OOrvepV2mfddnSvly6yMvKvXaZ0vs/LlwHe/+916Nr2ZHvrfkt50hIoORkCAZjBdqSFjEfipn/qpoizPOgn+8pe/XDRPlJex+Md//Mciz1Oop60/YybfEB1zzDH11cXHP/7xyUMypxYeMpMAUi4CDkm20epZdf385z8/9WslGxWw5sY5abnMZS5TZHRGHqKXn+BunjTmG8MEsdYpou3816nTnreZ7J9Pf/rTi+pXQFKfOOUB3tl/c/GbhwHnpDrrNnk1n1WS0VM5rlbJMw+lTtAlx/Wtb33rIiO/cqI+L49jjz22yKu+PiOxmg+3zbNXTjnllHqyo6brx3tW5phZ92I923ftlQDNunUqy7LIr8Dd7W53m5vFNa95zSK3N81NsMaKl7/85UX6LqO58tmZz/c1sinyTLUEeJrb5jlJ9SBVRv198YtfbCY7dD6jpJoXofl7kc/i+sapxypBz/q2mc5nY/1YzrI+v/KQ6V19PnXNKfvBotuc6rc3ZT/Ns8I2aUM+U8uy/XOl1DE/GJH36pWRt6ue92Sb7B9VHvPe8/dsk79fOaa2/aXZ0P+WzOsLywm0JSBA05asfAm0JJBfILnIRS5ykHtGAmSUxsGCJScywiTPTqmSl2VZ5Lko1Xze8/DLvFevfDOfX5mo5pd5/7M/+7Opb7GX2WadNM3bDD75yU+u9Is2KTPfjucb8fyqzwknnFDc5S53KfJw37NOmooi3/o96UlPKnJhllExuaiur08+s15lWU4eEvy0pz1tavVXv/rVIsGbamHb+VflDPU9+/R73vOeqeZlNE2+jS3Lcmr5vJn0Ry6O562vlucC4NznPnc1W2Q0TjPoebByzkTSZx/IA34TRMovBGXk1ZzkMxdnVMSjH/3ooh78yzex+UWqRQGjHO9leZZJ7DK6aGYhCxbmwbq5YDjuuOOKO9zhDkXmFwWZFmS11VXNAFou9OO9bCG5EMoIlutc5zpHbRLzjFJKu49aucGC5oVO9qllPl/yy1n1YvOLexnRUl+W6R/7sR8r8jck09XrsEBela7+nuBX/h7UlzU/g7Mu+2TdKJ+xuQ0v65Z55fNwmXR9SZNjbFefT100ad7m9MEPfrBIsCDBjHxZUdX5Gte4RpHRgdX8Ou/Zz3d1rnT5y19+qor5HF0luJrjIgGqqUzmzCTQlV+kqq/Ow6br84um85mS88ZFaVZdN/S/Jat6SE9gUwEBmk0FbU9gmwJL5JWgQJ49UU/63Oc+d6XRIjnhz0Mv817lk+fN5IGq1XzeU06CFZnOKxc3CbhkeplXgjknn3zyMkk3TpP71XMxUGWUkQAJruTEp1p22HueWZGH/uaEMQGeF7zgBUUeLlu/0ElgKxf8b3zjG4v8ElO+6c7FymF5V+sve9nLTr7druab723n3yxvaPM5+azfuleWZZGRDmV5ViDisDanT5cJMBxzzDFF/YI6+1puP8r7YWVkfY6/N7/5zZk8eOWhmPURDgcrDpk44YQTitymVU/253/+50UeSD2vPtkX69/8Jl32+VVO9nOM58HEGVGRWxQynQutslzeu17nbU7n2Tz1z6/kvepnZUaA5EIv29Zf2T/yGbqKVX37edP1z7CkSRAkxple9GqOZskFXIIxzW2yb2Ufqy9PYHCVi8ls+5rXvKZIYDHTecUpvzyX6UWvuC1bVgKVzV/MWpR3H9bt8vOpix6XvOQlJ7fvVXXLLU7Zx/PZkYeeV8vzXLD6391q+SrvuzxXSoCifptTRqblOWHL1jej2DY5V8q52bJl5fN52bTLphv635JlHaQjsC0BAZptSfYkH9Xsv0C+PckvkdRb8t73vrfIhWF92aLpfGv10pe+dCpJbpHICU19Yb6Bvv71r19fVDz1qU8tlrlgyEa5gKmfdGVZW6+MZrj61a8+lX2+yV+2/Fws50G/CbpUmeQ5PHkWRTWf99weU7/wybDkVYJWuR0t3+Qnr7xywVT/lq/t/FPmkF+5qKs/KylBh1UuonObT0a8A24nAAAQAElEQVRGLGOUZ4/c8IY3nEr6whe+sMgzJqYWzplJELB+El+WZXHjG994TurFi8uyLO5+97sXzVEMGe2Vi6BZW+cWmBvc4AZTqzKCp16nqZUzZmYd4zlm8jk1I/lOFx1zJIDW9FjlszL7zeMe97giQZ1ZFc/yjIjLPjZr/TrLcktk/cI0F64JEi/KK5/HzYu7jGbK/jlru9ve9rbFOc5xjoNV2eef85znLD3SMemf8YxnHGyfiYx4qAcrsyyv7AfZzzJdvfLrasuY5bN72VEFVd5df9/l51MXLbI/1G9zyt/dBAzSz9XfxW3c3pS2p6xdnSvl3CnnUCm3euUYybFSzc97z7GQwHjODealqS9Pu/IrUvVl73vf+4oEP+vLZk2nPq997WtnrdpoWY7xIf8t2QjHxgTWENh2gGaNKtiEAIFVBa597WsXOZGvb3fnO9+5yOiP+rJZ07lYu93tblfkFohqfb61ze08ZTn9rXcuFPLMjvrJfE6aM4LksJOBt7zlLcXDH/7wqojW33PLwW/+5m9O/fLKN7/5zSIXI4cNk88JUi5Mc5FSr2gulpv3wWek0bWuda16suI+97nPUhflud3kyU9+8tS2eRhoPeDTdv5ThQ9wJiMH6rdUpIkZIZCL7UwveuXkNbeu1YN0Vfp52+eWnlxQVOlykZGLgtNOO61aNPM937A+8IEPnHpWTob/N4OMMzees/ACF7hAkYBCAotVkhwDOV5zC0G1rHovy7LIM1bqJ/u5/eSud71rkQumKt289w984APFYx/72KnV+Vy66U1vOrVsXzP5TEjQqiynP9dyvKbui+qVW4bi8KhHPWpRsiK/7JQHT+czZGHCJVcmKJ6RP1Xy5Ps7v/M7xbz9Kftl+iCfy9U2eb/RjW5U5EIu081XRls1A+/JI8H3lNdMX5/P7X/5TK0fI9nf8nci3vW0mc7flgSdM1298pydZn2rddV7jsX8Tar/narW9fl9159PXbTK51x9ZFvOFV75ylceVDXBvk1vb6oy29W5UlmWxa//+q8X9c/SHCM5L6uPNKvqVb3neMvfp2W/FMh2OS9rBp4ToH3rW9+a1XNf+ZuTz8PUa26iNVeU5bD/lqzJMqbNtHXLAgI0WwaVHYFdCOTbivxBz4lxVV5O1POw0Fx85OKiWl69J6CS2x3ySzXNIea5yMhJe5W2/p7h8DnJqC/LLw9l5EC+3a0vz3RudXj84x9f5FuyXKxm2a5eeWZOTkDq5eXZHhl6nzrHoL4u07FKYOc2t7nN1C/w5MLiYQ97WNG86MjJUS5G6kGrXARf73rXK3LhkX5Ivs1XbkFIYCe3nVTr0n/5xafkWS3LdJv5V+UM9T2jJprf5L/oRS8q7nvf+xbp61ntzgiEPMMl22W4/aw0ufVs1vIM2X/oQx86tSppc5GRk+b6aJ4kygl5gqS5Ja8+8ir7Qp4Z0wwuZZtVXtnH8hOn9W1Sj5e97GX1RQfTCagkAHCw4MhE9ud8G5rgxCyzHEcZmZOykvbIJpP/04Zsk8+nyYIO/JNgUYJo9aqkzql7Hsicz6v6uuwLaVsuEHO7Vn1dPhPyLKP6sgS08pmbZ9U0+7qebtnpjKbLc63q6av9KQH4KtCWz5mMrMl+lIfO1tMnYHiTm9ykvmhqOp9p2d/TnvqKBzzgAUX+hiQIU1+e6bQt5edZGx/72Mey6OCVQEoCQgcLahNlWRY3u9nNakuKIv5xnDWSJu3K5+gVr3jFIu2e2nAAM7v+fOoiWT4z88VEVbeMJMyrmk8AMH8Hq/lN3vNZtKtzpfz9SNC9Xt/8vU/Qfda+ns+eHIfNc4/69vOmr3vd607dKp3PoXzuv+IVryhyrNa3y3z+BuTcr/43p55mG9Pt/i3ZRg3lQaA/AgI0/ekrNSUwJZALjwRCphYemcltPRnanm8tc+KcgEVGgeTC7173uleRE+AjyQ7+zzfo+bWSspz+lrlKkBOlXHTlj2+1LO8ZUpth9DnhzAVQVc55znOe4nd/93cPgh1lOTvf5LHtV+qai67mQz0TKMq34TGIReqaV76FilXM6nXJhWZO6nJCU19eTeeEK9+WVfN5z4Xs7W9/+yK/YpKTz+Sf14knnljk28L45cI8aatX+icXitV89d52/lU5Q3xPf+ZBz8225ZdxcjtZnhUQ9/RNLoRzMZtvPR/xiEccHBt5OGz9eQLJKye5eZ/1Sn45jurrEgTNKIXUJ/tAVV5GS+Uit/nMgBzLOemu57HOdOqeQE9+Gaq+fS4EMiqhvqyaToCyWf+c8D/ykY+c/IR0/bMk30jnOMqonOZnSS7w8+yIKt8uvMcj7cjxV69P6p7AdNqSi7iMXMtxmn0hbcvxXE+f5fmGOhdATaukyzYJZDe3y7pVX/msymdrfbvsTwme5KHUZVlOblHK58SskSj5PM9FcH375nT2wec973lTIw6T5vWvf/3k4az1z/XslwnqpPz6852SPp+1CU7FOfOzXtln8hyo+rq0J9te7GIXmzxYOsdHysnnZz5HK8ekWRRsqufZh+l8Huz686lrLhnZlS9wZtUrn7sJzs1at+6ypc6V7nKXyS2iOT/IZ8I650plOfuX3/Jsu+zH+ezP35zs6ykn50r5bFqnXZe73OUmo4Pr2+Y8J6Oj81lVlZO/Pdnn8rco9Uj6jNKb9RmWdZu+hvy3ZFMb2xNYReCHVkksLQEC3REoy7LItzUZXj/r5DgjAXJfc56TkGdi5IKrWfs8VHTe9vW0uYDJMOTmRU7SZOh9vmmeVU5Grpx00klJtrNXTkZyu1K+oW0WGoNYpK55Nb8JTvoEZ3Lv+D3vec/MznyVZTm5lSQXEs0EufDLQ2aTf155mHAeOtxMd8c73rHI8ytm9V1Ztpt/sy5Dm8/J6az+S//n1zWq4yJDy/PQznr78yyjjEzIiWZ9eY6njH6pL6um04c5ju5///tXiw7e8y1p9oHsCykvP3F6sPLMiQSHclFdltsJZuYWmebthRnWnsBp9s8ziz14W1T/JErbK7N8AxvHLK+/0vbcJpMgaX15F6Zz0ff2t7+9yOfRrPrkF7sSMJh1nCZ9tksgJKMJK6tZ+1d+Mn1eHsln2VeCFi9+8YuL5giXZbZPPzT33XnbJeCSh1TnQrGZpv65ngf1ztpvcpzlszafuc3t6/O54H36058+CfzUl2c6x1/196NZTkahZeRXbt1L2j6/6nWP26z9J8dVG59P9bK7Mt28zamqV0bB5nku1fw23styd+dK+XzI3/VZ5wb57M/fgPwtyHlI+rtqX7bL+Vwetl0tW/Sez9kEd/LZ1EyXEWpVOfnbk79BVZo88DzL8neuWrbN97Rj3t/ClNP3vyVpgxeBXQgI0OxCWRkEWhIoy7LI7TAZmZFRG8sWk5EjueB44hOfWOQP6jLb5SInz22Y9e3frO0TgHjPe95T5Jvp+vqcWCQIUl+27elcMLzqVa8q8m137vlfNv+45AQ5bSzLxRfL+aY3t84kAJVvl5ctI/VJvfLtdfKYt13WtZn/vHKHsDz79DOf+cwit6pkepk25SI126T/sx9kpE1ZnrUPJGiTi8l5eaWcjCTIReayJ79Jl/QJ0GT7eXmvszwXCLntrr5tHg6Z21Tqy6rplF/Vvzl6o0oz671qQ7ZNHrPSdGFZgh4Z9bfKZ161T2S7jCip2pF2Zl95zGMeUy0q8q10gtj5nDxYuMFERu8l0Jt9cYlsitQ1nyurtC/55takXDTd8pa3zOxSr/R5Ajt5bkg+a5fZKLfQ5u9H83anedvmtrE8PDajDual6evyav/Z5edT16wywmvWOUv2j7I863N3W/Uuy92dK1V/u3M85rg8rA05nvL3JYG7w9LW1+czLX8/cr5SXz5vOrYpp/lrnfPSr7s8+3f+HqRuQ/xbsq6L7QisIiBAs4qWtAQ6KpB7n3Pym2fC5FvyDH/NH8mqupnOsqxLmpz4z/rmpUo/7z0nGwlIfOlLX5o8ADg/rVgPtuSbrzxTJbdv5NdscqLSzCvPdpi1vJlu0/mzne1skyHA+WWEU045pchtWLnIqtc3LvmZ4YwkqlxiuWzZKSMnR3n47zve8Y6ZZaS8lJvyU4/UJ/fYZ9vDykmaNvM/rPw+r0/f5hvJjBzJt/cZUt7c7xI8TL+k73LrRi4Kq2Bb9u3sG5VBRhRk9Eg1P+u9LMsit3NkX8qJcPJOGfW0uc0qIxfyS0l5eHXSl+X2L0gyaiEBhPo3shkB9MhHPrKY9YyR1LEsz6j/pz/96eIv//Ivi4zEiMHZz372rJ68qv05x/mHPvShIm1tqw2TArf4T/o2x3pGueQb5jxnJ/1RLyKfYem3WftEPV32r9xKlouQ3D6Q25+2FZypyjn22GOL/OLeon0pbXjNa15T5EGky36uVPlX77nQi0c+1/MQ8+axkj7PqKzsD1Wf57ajslxtv005GXGTgFD2n/qxUZUR09QjAbDm8VrVdwjv2X92/fnUJbdZtznl+Nn27U3NNufv+y7OlfK3O8djgvr5xczmMZV9O8du9Xdg2UBssz31c7IcOzlOcyxV6XKM5VjLMZdjb1cBz7Ic9t+Sytc7gbYEBGjakpVv5wXyzIBcsFSvDANt++SgQsnzIXLBt82yy7IsckKfX3HJiJr8+kWVf6azLOuSpixXO7Gu6l29J8iS59LkIi7P5qjKSfDhD//wD4tc1FVpq2cJVPMZQVOWs8tv9kmG+VfbrfueE+E8SDOjUU499dTJA/Sq+sYlwaR867yJS8rIRdqsMuKTcrMu9UjaVduSbdrMf9X6zEuf4yfHUeWb99z/Py/9wfLGRIILGX2V7avXOvkk29wekQcE58IyD1it8st7jsH0S2xjnPTVKw9rTQAl6apXRqVU6xe95+T8qle9apG8U0a1fd7zSxoZyZL2NMuclWfSZbvqFZf4zErbXJaLgmZ/pE25UG6mrc+n/glQ5Va/HB85Tqryq/05x3nyT9r6toum2zi+F5U3b10ujjJiJLc9pT+qtuU9n2Hpt1n7RDO/sjzjIiTBnFwYNddvYz6+i/altCG3cyb4tGl5+VzPLVLNYyV9ngf2Zn9Ytc+bdSrLsshFcvaf+rFRlZHb5FKP+nb5O5C+ySv7cz5n6uur6U33r31s3/bnU6xiFru8Mp1lldk23uv9kzKW/YxK4CDpq9cXv/jFIs8EO6xOqX/aUW2X6Sw7bLtqfVnu7lwpnzX5u9E8pvK3KMduPt+rvwNpQ9pStSuuVZ0Pe88xk2Mnx2mOpSqPHGM51nLMleVZ513NfT31mFVGs06pX5bNSjtrWT6/2vhbMqssywgMSUCAZki9qS0EOiiQE4R6tXIClpOW+rK2p+VPgAABAgQIECBAgACBrgsI0HS9h9SvDwKDrWMeeplhx7mPOMP+883yd77znaXbm7R5fkN9g9xqVZ83TYAAAQIECBAgQIAAAQJFIUDTi71AJQnsRyDPY0jJec5EfmkjMfN17wAAEABJREFUP82YoE2WLfPKryTVn9uR25vy8MtltpWGAAECBAgQIECAAAECYxI4I0AzphZrKwECSwuc+9znLvJrC9UG3//+94vnP//5xfe+971q0dz33Np0l7vcpcjzK6pEuXc59yNX894JECBAgAABAgQIENixgOI6KyBA09muUTEC+xfIw0jzM6z1muQ2p/wcZB58W19eTecBdSeffHJxnetcp8gD66rl+WWB/IrUsj/LWm3nnQABAgQIECBAoF8CakuAwHoCAjTrudmKwGgE7nSnOxWXucxlptr7+te/vrjUpS41+cWFBGvufve7F3ld+cpXLvJrIvkFlC984QtT2zzgAQ8obnzjG08tM0OAAAECBAgQWEPAJgQIEBikgADNILtVowhsT+DCF75w8ZrXvGYSkGnm+pWvfKX4oz/6o+K5z33u5PXhD3945u1Pj3nMY4r8BGSeQdPMwzwBAgQIEOiegBoRIECAAIHdCwjQ7N5ciQR6J3D88ccXf/EXf1Hc+973Xqnu+fWnd73rXcVDHvKQ4uxnP/tK20pMgACBQQtoHAECBAgQIECgISBA0wAxS4DAbIHznOc8xUknnVR84xvfKJ73vOdNnjFzoQtdaCpxgjD5Ge08aya//PTZz362uPa1r12UZTmVzgwBAu0LKIEAAQIECBAgQKBfAgI0/eovtSWwd4ELXOACRX6d6Z3vfGfx9a9/vfjBD35w8MovNn3iE58oHve4xxXHHnuswMzee6vVCsicAAECBAgQIECAAIEtCgjQbBFTVgQIbFNAXgQIECBAgAABAgQIEBiPgADNePpaS5sC5gkQIECAAAECBAgQIECAQEcEBGha7AhZEyBAgAABAgQIECBAgAABAsMX2EYLBWi2oSgPAgQIECBAgAABAgQIECDQnoCcRyAgQDOCTtZEAgQIECBAgAABAgQILBawlgCBfQsI0Oy7B5RPgAABAgQIECBAYAwC2kiAAAECCwUEaBbyWEmAAAECBAgQINAXAfUkQIAAAQJ9FhCg6XPvqTsBAgQIECCwSwFlESBAgAABAgRaExCgaY1WxgQIECBAYFUB6QkQIECAAAECBMYqIEAz1p7XbgIEximg1QQIECBAgAABAgQIdFJAgKaT3aJSBPoroOYECBAgQIAAAQIECBAgsLqAAM3qZrbYr4DSCRAgQIAAAQIECBAgQIDA4AQEaI7qUgsIECBAgAABAgQIECBAgACB4Qt0q4UCNN3qD7UhQIAAAQIECBAgQIAAgaEIaAeBFQQEaFbAkpQAAQIECBAgQIAAAQJdElAXAgSGIyBAM5y+1BICBAgQIECAAAEC2xaQHwECBAjsSECAZkfQiiFAgAABAgQIEJglYBkBAgQIECAQAQGaKHgRIECAAAECwxXQMgIECBAgQIBADwQEaHrQSapIgAABAt0WUDsCBAgQIECAAAECmwoI0GwqaHsCBAi0L6AEAgQIECBAgAABAgQGLiBAM/AO1jwCywlIRYAAAQIECBAgQIAAAQL7FBCg2af+mMrWVgIECBAgQIAAAQIECBAgQGCuwGACNHNbaAUBAgQIECBAgAABAgQIECAwGIGhNkSAZqg9q10ECBAgQIAAAQIECBAgsI6AbQjsRUCAZi/sCiVAgAABAgQIECBAYLwCWk6AAIGjBQRojjaxhAABAgQIECBAgEC/BdSeAAECBHonIEDTuy5TYQIECBAgQIDA/gXUgAABAgQIENiugADNdj3lRoAAAQIECGxHQC4ECBAgQIAAgVEJCNCMqrs1lgABAgTOEjBFgAABAgQIECBAoDsCAjTd6Qs1IUBgaALaQ4AAAQIECBAgQIAAgSUFBGiWhJKMQBcF1IkAAQIECBAgQIAAAQIEhiEgQDOMfmyrFfIlQIAAAQIECBAgQIAAAQIEdiCw5wDNDlqoCAIECBAgQIAAAQIECBAgQGDPAoo/TECA5jAh6wkQIECAAAECBAgQIECg+wJqSKDnAgI0Pe9A1SdAgAABAgQIECBAYDcCSiFAgECbAgI0berKmwABAgQIECBAgMDyAlISIECAwIgFBGhG3PmaToAAAQIECIxNQHsJECBAgACBrgoI0HS1Z9SLAAECBAj0UUCdCRAgQIAAAQIE1hIQoFmLzUYECBAgsC8B5RIgQIAAAQIECBAYooAAzRB7VZsIENhEwLYECBAgQIAAAQIECBDYuYAAzc7JFUiAAAECBAgQIECAAAECBAgQmBYQoJn2GMacVhAgQIAAAQIECBAgQIAAAQK9ElgrQNOrFqosAQIECBAgQIAAAQIECBAgsJaAjXYnIECzO2slESBAgAABAgQIECBAgMC0gDkCBM4UEKA5E8IbAQIECBAgQIAAAQJDFNAmAgQI9ENAgKYf/aSWBAgQIECAAAECXRVQLwIECBAgsAUBAZotIMqCAAECBAgQINCmgLwJECBAgACB4QsI0Ay/j7WQAAECBAgcJmA9AQIECBAgQIDAngUEaPbcAYonQIDAOAS0kgABAgQIECBAgACBRQICNIt0rCNAoD8CakqAAAECBAgQIECAAIEeCwjQ9LjzVH23AkojQIAAAQIECBAgQIAAAQJtCQjQtCW7er62IECAAAECBAgQIECAAAECBIYvMLOFAjQzWSwkQIAAAQIECBAgQIAAAQJ9FVDvPgoI0PSx19SZAAECBAgQIECAAAEC+xRQNgECWxcQoNk6qQwJECBAgAABAgQIENhUwPYECBAYm4AAzdh6XHsJECBAgAABAgQi4EWAAAECBDolIEDTqe5QGQIECBAgQGA4AlpCgAABAgQIEFheQIBmeSspCRAgQIBAtwTUhgABAgQIECBAYDACAjSD6UoNIUCAwPYF5EiAAAECBAgQIECAwG4EBGh246wUAgRmC1hKgAABAgQIECBAgAABAkcEBGiOIPh/yALaRoAAAQIECBAgQIAAAQIEui8gQLNpH9meAAECBAgQIECAAAECBAgQGL5Ayy0UoGkZWPYECBAgQIAAAQIECBAgQGAZAWnGLSBAM+7+13oCBAgQIECAAAECBMYjoKUECHRYQICmw52jagQIECBAgAABAgT6JaC2BAgQILCugADNunK2I0CAAAECBAgQ2L2AEgkQIECAwEAFBGgG2rGaRYAAAQIECKwnYCsCBAgQIECAwD4EBGj2oa5MAgQIEBizgLYTIECAAAECBAgQOEpAgOYoEgsIECDQdwH1J0CAAAECBAgQIECgbwICNH3rMfUl0AUBdSBAgAABAgQIECBAgACBrQoI0GyVU2bbEpAPAQIECBAgQIAAAQIECBAYk8BYAzRj6mNtJUCAAAECBAgQIECAAAECYxXoTbsFaHrTVSpKgAABAgQIECBAgAABAt0TUCMC2xEQoNmOo1wIECBAgAABAgQIECDQjoBcCRAYhYAAzSi6WSMJECBAgAABAgQIzBewhgABAgT2LyBAs/8+UAMCBAgQIECAwNAFtI8AAQIECBA4RECA5hAgqwkQIECAAIE+CKgjAQIECBAgQKDfAgI0/e4/tSdAgACBXQkohwABAgQIECBAgECLAgI0LeLKmgABAqsISEuAAAECBAgQIECAwHgFBGjG2/daPj4BLSZAgAABAgQIECBAgACBjgoI0HS0Y/pZLbUmQIAAAQIECBAgQIAAAQIE1hHoV4BmnRbahgABAgQIECBAgAABAgQIEOiXwAhrK0Azwk7XZAIECBAgQIAAAQIECIxdQPsJdE1AgKZrPaI+BAgQIECAAAECBAgMQUAbCBAgsJKAAM1KXBITIECAAAECBAgQ6IqAehAgQIDAkAQEaIbUm9pCgAABAgQIENimgLwIECBAgACBnQkI0OyMWkEECBAgQIBAU8A8AQIECBAgQIDAGQICNGc4+JcAAQIEhimgVQQIECBAgAABAgR6ISBA04tuUkkCBLoroGYECBAgQIAAAQIECBDYXECAZnNDORBoV0DuBAgQIECAAAECBAgQIDB4AQGawXfx4Q2UggABAgQIECBAgAABAgQIENivwC4CNPttodIJECBAgAABAgQIECBAgACBXQgoYwMBAZoN8GxKgAABAgQIECBAgAABArsUUBaB4QoI0Ay3b7WMAAECBAgQIECAAIFVBaQnQIDAngQEaPYEr1gCBAgQIECAAIFxCmg1AQIECBCYJSBAM0vFMgIECBAgQIBAfwXUnAABAgQIEOihgABNDztNlQkQIECAwH4FlE6AAAECBAgQILBtAQGabYvKjwABAgQ2F5ADAQIECBAgQIAAgZEJCNCMrMM1lwCBMwT8S4AAAQIECBAgQIAAgS4JCNB0qTfUZUgC2kKAAAECBAgQIECAAAECBJYWEKBZmqprCdWHAAECBAgQIECAAAECBAgQGIrA/ADNUFqoHQQIECBAgAABAgQIECBAgMB8AWs6ISBA04luUAkCBAgQIECAAAECBAgMV0DLCBA4XECA5nAjKQgQIECAAAECBAgQ6LaA2hEgQKD3AgI0ve9CDSBAgAABAgQIEGhfQAkECBAgQKBdAQGadn3lToAAAQIECBBYTkAqAgQIECBAYNQCAjSj7n6NJ0CAAIExCWgrAQIECBAgQIBAdwUEaLrbN2pGgACBvgmoLwECBAgQIECAAAECawoI0KwJZzMCBPYhoEwCBAgQIECAAAECBAgMU0CAZpj9qlXrCtiOAAECBAgQIECAAAECBAjsQUCAZsfoiiNAgAABAgQIECBAgAABAgSGL7BqCwVoVhWTngABAgQIECBAgAABAgQI7F9ADQYmIEAzsA7VHAIECBAgQIAAAQIECGxHQC4ECOxSQIBml9rKIkCAAAECBAgQIEDgLAFTBAgQIHAgIEBzQGGCAAECBAgQIEBgaALaQ4AAAQIE+iIgQNOXnlJPAgQIECBAoIsC6kSAAAECBAgQ2IqAAM1WGGVCgAABAgTaEpAvAQIECBAgQIDAGAQEaMbQy9pIgACBRQLWESBAgAABAgQIECCwdwEBmr13gQoQGL6AFhIgQIAAAQIECBAgQIDAYgEBmsU+1vZDQC0JECBAgAABAgQIECBAgECvBQRoluo+iQgQIECAAAECBAgQIECAAIHhC+yvhQI0+7NXMgECBAgQIECAAAECBAiMTUB7CcwREKCZA2MxAQIECBAgQIAAAQIE+iigzgQI9FNAgKaf/abWBAgQIECAAAECBPYloFwCBAgQaEFAgKYFVFkSIECAAAECBAhsImBbAgQIECAwPoHeB2jKsizK0qssGZQlg7JkUJYMypJBWTIoSwZlucDAOudP9gH7gH3APmAfGNw+0PeQTu8DNH3vAPUnQIAAgWEKaBUBAgQIECBAgACBVQQEaFbRkpYAAQLdEVATAgQIECBAgAABAgQGJCBAM6DO1BQC2xWQGwECBAgQIECAAAECBAjsSkCAZlfSyjlawBICBAgQIECAAAECBAgQIEBgIjDoAM2khf4hQIAAAQIECBAgQIAAAX6uruwAABAASURBVAIEBi0whMYJ0AyhF7WBAAECBAgQIECAAAECBNoUkDeB1gUEaFonVgABAgQIECBAgAABAgQOE7CeAIGxC/QhQFMe6SSvomDAwD5gH7AP2AfsA/P3gaLxH6vCuUNRMCiKmoFpnwv2AfuAfaDo8n99CNB02U/dCBAgQIAAAQIEzhTwRoAAAQIECKwvIECzvp0tCRAgQIAAgd0KKI0AAQIECBAgMFgBAZrBdq2GESBAgMDqArYgQIAAAQIECBAgsB8BAZr9uCuVAIGxCmg3AQIECBAgQIAAAQIEZggI0MxAsYhAnwXUnQABAgQIECBAgAABAgT6JyBA078+23eNlU+AAAECBAgQIECAAAECBAhsWaCDAZott1B2BAgQIECAAAECBAgQIECAQAcFVKkuIEBT1zBNgAABAgQIECBAgAABAsMR0BICPRIQoOlRZ6kqAQIECBAgQIAAAQLdElAbAgQIbEtAgGZbkvIhQIAAAQIECBAgsH0BORIgQIDASAQEaEbS0ZpJgAABAgQIEJgtYCkBAgQIECDQBQEBmi70gjoQIECAAIEhC2gbAQIECBAgQIDAoQICNIcSSUCAAAECXRdQPwIECBAgQIAAAQJ9FxCg6XsPqj8BArsQUAYBAgQIECBAgAABAgRaFRCgaZVX5gSWFZCOAAECBAgQIECAAAECBMYsIEAzlt7XTgIECBAgQIAAAQIECBAgQKCzAlsL0HS2hSpGgAABAgQIECBAgAABAgQIbE1ARu0ICNC04ypXAgQIECBAgAABAgQIEFhPwFYERikgQDPKbtdoAgQIECBAgAABAmMW0HYCBAh0T0CApnt9okYECBAgQIAAAQJ9F1B/AgQIECCwooAAzYpgkhMgQIAAAQIEuiCgDgQIECBAgMCwBARohtWfWkOAAAECBLYlIB8CBAgQIECAAIEdCgjQ7BBbUQQIECBQFzBNgAABAgQIECBAgEAlIEBTSXgnQGB4AlpEgAABAgQIECBAgACBnggI0PSko1SzmwJqRYAAAQIECBAgQIAAAQIEtiEgQLMNxfbykDMBAgQIECBAgAABAgQIECAwfIFCgGYEnayJBAgQIECAAAECBAgQIDB2Ae3vuoAATdd7SP0IECBAgAABAgQIECDQBwF1JEBgIwEBmo34bEyAAAECBAgQIECAwK4ElEOAAIEhCwjQDLl3tY0AAQIECBAgQGAVAWkJECBAgMDeBARo9kavYAIECBAgQGB8AlpMgAABAgQIEJgtIEAz28VSAgQIECDQTwG1JkCAAAECBAgQ6KWAAE0vu02lCRAgsD8BJRMgQIAAAQIECBAgsH0BAZrtm8qRAIHNBGxNgAABAgQIECBAgACB0QkI0IyuyzW4KBgQIECAAAECBAgQIECAAIFuCQjQtNEf8iRAgAABAgQIECBAgAABAgSGL7DFFgrQbBFTVgQIECBAgAABAgQIECBAYJsC8hqPgADNePpaSwkQIECAAAECBAgQINAUME+AQEcEBGg60hGqQYAAAQIECBAgQGCYAlpFgAABAssICNAsoyQNAQIECBAgQIBAdwXUjAABAgQIDEBAgGYAnagJBAgQIECAQLsCcidAgAABAgQItC0gQNO2sPwJECBAgMDhAlIQIECAAAECBAiMXECAZuQ7gOYTIDAWAe0kQIAAAQIECBAgQKDLAgI0Xe4ddSPQJwF1JUCAAAECBAgQIECAAIG1BQRo1qaz4a4FlEeAAAECBAgQIECAAAECBIYqIEBzVs+aIkCAAAECBAgQIECAAAECBIYv0MkWCtB0sltUigABAgQIECBAgAABAgT6K6DmBFYXEKBZ3cwWBAgQIECAAAECBAgQ2K+A0gkQGJyAAM3gulSDCBAgQIAAAQIECGwuIAcCBAgQ2K2AAM1uvZVGgAABAgQIECBwhoB/CRAgQIAAgZqAAE0NwyQBAgQIECAwJAFtIUCAAAECBAj0R0CApj99paYECBAg0DUB9SFAgAABAgQIECCwJQEBmi1ByoYAAQJtCMiTAAECBAgQIECAAIFxCAjQjKOftZLAPAHLCRAgQIAAAQIECBAgQKADAgI0HeiEYVdB6wgQIECAAAECBAgQIECAAIHDBPofoDmshdYTIECAAAECBAgQIECAAAEC/RcYeAsEaAbewZpHgAABAgQIECBAgAABAssJSEVgnwICNPvUVzYBAgQIECBAgAABAmMS0FYCBAjMFRCgmUtjBQECBAgQIECAAIG+CagvAQIECPRVQICmrz2n3gQIECBAgACBfQgokwABAgQIEGhFQICmFVaZEiBAgAABAusK2I4AAQIECBAgMEYBAZox9ro2EyBAYNwCWk+AAAECBAgQIECgcwICNJ3rEhUiQKD/AlpAgAABAgQIECBAgACB1QQEaFbzkppANwTUggABAgQIECBAgAABAgQGJSBAM6ju3F5j5ESAAAECBAgQIECAAAECBAjsTmBfAZrdtVBJBAgQIECAAAECBAgQIECAwL4ElLukgADNklCSESBAgAABAgQIECBAgEAXBdSJwDAEBGiG0Y9aQYAAAQIECBAgQIBAWwLyJUCAwA4EBGh2gKwIAgQIECBAgAABAosErCNAgAABAgI09gECBAgQIECAwPAFtJAAAQIECBDouIAATcc7SPUIECBAgEA/BNSSAAECBAgQIEBgEwEBmk30bEuAAAECuxNQEgECBAgQIECAAIEBCwjQDLhzNY0AgdUEpCZAgAABAgQIECBAgMC+BARo9iWv3DEKaDMBAgQIECBAgAABAgQIEJgpIEAzk6WvC9WbAAECBAgQIECAAAECBAgQ6KPAagGaPrZQnQkQIECAAAECBAgQIECAAIHVBKTeuYAAzc7JFUiAAAECBAgQIECAAAECBAgQmBYQoJn2MEeAAAECBAgQIECAwDAEtIIAAQK9EhCg6VV3qSwBAgQIECBAgEB3BNSEAAECBAhsT0CAZnuWciJAgAABAgQIbFdAbgQIECBAgMBoBARoRtPVGkqAAAECBI4WsIQAAQIECBAgQKAbAgI03egHtSBAgMBQBbSLAAECBAgQIECAAIElBARolkCShACBLguoGwECBAgQIECAAAECBPovIEDT/z7UgrYF5E+AAAECBAgQIECAAAECBFoWEKBpGXiZ7KUhQIAAAQIECBAgQIAAAQIEhi+wqIUCNIt0rCNAgAABAgQIECBAgAABAv0RUNMeCwjQ9LjzVJ0AAQIECBAgQIAAAQK7FVAaAQJtCQjQtCUrXwIECBAgQIAAAQIEVhewBQECBEYqIEAz0o7XbAIECBAgQIDAWAW0mwABAgQIdFFAgKaLvaJOBAgQIECAQJ8F1J0AAQIECBAgsLKAAM3KZDYgQIAAAQL7FlA+AQIECBAgQIDA0AQEaIbWo9pDgACBbQjIgwABAgQIECBAgACBnQoI0OyUW2EECFQC3gkQIECAAAECBAgQIEDgLAEBmrMsTA1LQGsIECBAgAABAgQIECBAgEBvBARo1u4qGxIgQIAAAQIECBAgQIAAAQLDF9hNCwVoduOsFAIECBAgQIAAAQIECBAgMFvAUgJHBARojiD4nwABAgQIECBAgAABAkMW0DYCBLovIEDT/T5SQwIECBAgQIAAAQJdF1A/AgQIENhQQIBmQ0CbEyBAgAABAgQI7EJAGQQIECBAYNgCAjTD7l+tI0CAAAECBJYVkI4AAQIECBAgsEcBAZo94iuaAAECBMYloLUECBAgQIAAAQIE5gkI0MyTsZwAAQL9E1BjAgQIECBAgAABAgR6KiBA09OOU20C+xFQKgECBAgQIECAAAECBAi0ISBA04aqPNcXsCUBAgQIECBAgAABAgQIEBihwOgCNCPsY00mQIAAAQIECBAgQIAAAQKjE+hbgwVo+tZj6kuAAAECBAgQIECAAAECXRBQBwJbFRCg2SqnzAgQIECAAAECBAgQILAtAfkQIDAmAQGaMfW2thIgQIAAAQIECBCoC5gmQIAAgc4ICNB0pitUhAABAgQIECAwPAEtIkCAAAECBJYTEKBZzkkqAgQIECBAoJsCakWAAAECBAgQGISAAM0gulEjCBAgQKA9ATkTIECAAAECBAgQaF9AgKZ9YyUQIEBgsYC1BAgQIECAAAECBAiMXkCAZvS7AIAxCGgjAQIECBAgQIAAAQIECHRbQICm2/3Tl9qpJwECBAgQIECAAAECBAgQILCBQE8CNBu00KYECBAgQIAAAQIECBAgQIBATwTGW00BmvH2vZYTIECAAAECBAgQIEBgfAJaTKCjAgI0He0Y1SJAgAABAgQIECBAoJ8Cak2AAIF1BARo1lGzDQECBAgQIECAAIH9CSiZAAECBAYoIEAzwE7VJAIECBAgQIDAZgK2JkCAAAECBHYtIECza3HlESBAgAABAkXBgAABAgQIECBAYEpAgGaKwwwBAgQIDEVAOwgQIECAAAECBAj0SUCApk+9pa4ECHRJQF0IECBAgAABAgQIECCwNQEBmq1RyojAtgXkR4AAAQIECBAgQIAAAQJjERCgGUtPz2qnZQQIECBAgAABAgQIECBAgEAnBFoN0HSihSpBgAABAgQIECBAgAABAgQItCog880FBGg2N5QDAQIECBAgQIAAAQIECLQrIHcCgxcQoBl8F2sgAQIECBAgQIAAAQKHC0hBgACB/QoI0OzXX+kECBAgQIAAAQJjEdBOAgQIECCwQECAZgGOVQQIECBAgACBPgmoKwECBAgQINBfAQGa/vadmhMgQIAAgV0LKI8AAQIECBAgQKAlAQGalmBlS4AAAQLrCNiGAAECBAgQIECAwDgFBGjG2e9aTWC8AlpOgAABAgQIECBAgACBDgoI0HSwU1Sp3wJqT4AAAQIECBAgQIAAAQIEVhUQoFlVbP/p1YAAAQIECBAgQIAAAQIECBAYmMCMAM3AWqg5BAgQIECAAAECBAgQIECAwAwBi7okIEDTpd5QFwIECBAgQIAAAQIECAxJQFsIEFhaQIBmaSoJCRAgQIAAAQIECBDomoD6ECBAYCgCAjRD6UntIECAAAECBAgQaENAngQIECBAYCcCAjQ7YVYIAQIECBAgQGCegOUECBAgQIAAgaIQoLEXECBAgACBoQtoHwECBAgQIECAQOcFBGg630UqSIAAge4LqCEBAgQIECBAgAABApsJCNBs5mdrAgR2I6AUAgQIECBAgAABAgQIDFpAgGbQ3atxywtISYAAAQIECBAgQIAAAQIE9icgQLMre+UQIECAAAECBAgQIECAAAECwxdYs4UCNGvC2YwAAQIECBAgQIAAAQIECOxDQJnDFBCgGWa/ahUBAgQIECBAgAABAgTWFbAdAQJ7EBCg2QO6IgkQIECAAAECBAiMW0DrCRAgQKApIEDTFDFPgAABAgQIECDQfwEtIECAAAECPRMQoOlZh6kuAQIECBAg0A0BtSBAgAABAgQIbFNAgGabmvIiQIBgFKQVAAAQAElEQVQAAQLbE5ATAQIECBAgQIDAiAQEaEbU2ZpKgACBaQFzBAgQIECAAAECBAh0RUCApis9oR4EhiigTQQIECBAgAABAgQIECCwlIAAzVJMEnVVQL0IECBAgAABAgQIECBAgMAQBARoFveitQQIECBAgAABAgQIECBAgMDwBfbeQgGavXeBChAgQIAAAQIECBAgQIDA8AW0kMBiAQGaxT7WEiBAgAABAgQIECBAoB8CakmAQK8FBGh63X0qT4AAAQIECBAgQGB3AkoiQIAAgfYEBGjas5UzAQIECBAgQIDAagJSEyBAgACB0QoI0Iy26zWcAAECBAiMUUCbCRAgQIAAAQLdFBCg6Wa/qBUBAgQI9FVAvQkQIECAAAECBAisISBAswaaTQgQILBPAWUTIECAAAECBAgQIDA8AQGa4fWpFhHYVMD2BAgQIECAAAECBAgQILBjAQGaHYMrLgJeBAgQIEDgKIHrH1nykA1eRzad+n+TvFKXqczMECBAgAABAgTaFhhmgKZtNfkTIECAAAEC2xb40yMZXv3I67Frvo5sNvX/uvmkDqnLVGZmCBAgQIAAgY4KDKhaAjQD6kxNIUCAAAECPRd4agfq34U6dIBBFQgQIECgEvBOYFcCAjS7klYOAQIECBAgcJjAyUcSvP3Ia1//p+zUYV/lK5cAgXEKaDUBAgQmAgI0Ewb/ECBAgAABAh0R2OcIln2W3RF+1RimgFYRIECAQB8EBGj60EvqSIAAAQIExiOQESwZybLrFqfMlL3rcodRnlYQIECAAAECGwsI0GxMKAMCBAgQIEBgywJHjWTZcv6zsttHmbPqYRkBAgQIECAwUgEBmpF2vGYTIECAwJSAmW4JZCRLRrTsqlYpK2XuqjzlECBAgAABAgSOEhCgOYrEAgIECLQhIE8CBFYU2OWIll2WtSKD5AQIECBAgMBYBARoxtLT2jl8AS0kQIDAsAQyoiUjW9puVcpIWW2XI38CBAgQIECAwEIBAZqFPFbWBUwTIECAAIEdC+xiZMsuytgxm+IIECBAgACBPgp0KUDTRz91JkCAAAECBNoTyMiWjHBpq4TknTLayl++BAgQIECAwGwBS2cICNDMQLGIAAECBAgQ6IxAmyNc2sy7M4AqQoAAgXEKaDWB/gkI0PSvz9SYAAECBAiMSSAjXDLSZdttTp7Je9v5yo8AgbEIaCcBAgS2LCBAs2VQ2REgQIAAAQJbF2hjpEsbeW694TIct4DWEyBAgMC4BARoxtXfWkuAAAECBPookJEuGfGyrbonr+S5rfz6mo96EyBAgAABAh0SEKDpUGeoCgECBAgQGJbAVluzzREv28xrq42UGQECBAgQIDBeAQGa8fa9lhMgQKD/AlowJoGMeMnIl03bnDyS16b52J4AAQIECBAgsFUBAZqtcsqMAIGhCWgPAQKdEtjGyJdt5NEpFJUhQIAAAQIEhiEgQDOMftSK/gqoOQECBAgsL5CRLxkBs/wW0ymzbfKYXmqOAAECBAgQINABAQGaDnRCu1WQOwECBAgQGJTAJiNgNtl2UIgaQ4AAAQIECHRPYPMATffapEYECBAgQIDAcAUyAiYjYVZtYbbJtqtuJz0BAgQIECBQCXhvVUCAplVemRMgQIAAAQItCKwzEmadbVqouiwJECBAYJGAdQTGLCBAM+be13YCBAgQINBPgYyEyYiYZWuftNlm2fTSESAwXAEtI0CAQGcFBGg62zUqRoAAAQIECCwQWGVEzCppFxRpFYFlBKQhQIAAAQLrCQjQrOdmKwIECBAgQGC/AhkRk5Exh9UiaZL2sHT9Wa+mBAgQIECAwCAFBGgG2a0aRYAAAQIE1hfo0ZbLjIxZJk2PmqyqBAgQIECAwFAFBGiG2rPaRYAAge4KqBmBbQlkZExGyMzLL+uSZt56ywkQIECAAAECnREQoOlMV6gIAQLbE5ATAQIjElg0QmbRuhERaSoBAgQIECDQBwEBmj70kjouEvjBkZW7fxWFMhnYB+wD9oFu7AN/euTvwLz/s04/daOf9IN+sA/YB3a1D8z7m2A5gc4LCNB0tItUiwABAgQIECBAgAABAgQIEBi+QNVCAZpKwjsBAgQIECBAgAABAgQIEBiegBb1RECApicdpZoECBAgQIAAAQIECBDopoBaESCwDQEBmm0oyoMAAQIECBAgQIAAgfYE5EyAAIERCAjQjKCTNZEAAQIECBAgQGCxgLUECBAgQGDfAgI0++4B5RMgQIAAAQJjENBGAgQIECBAgMBCAQGahTxWEiBAgACBvgioJwECBAgQIECAQJ8FBGj63HvqfqjAD37wg8KLgX1gS/uA48nniX3APmAfsA/YB+wDe94HDr0AkIBAjwUEaHrceapOYGgC2kOAAAECBAgQIECAAIGxCgjQjLXnx9lurSZAgAABAgQIECBAgAABAp0UEKDZarfIjAABAgQIECBAgAABAgQIEBi+wPZbKECzfVM5EiBAgAABAgQIECBAgACBzQRsPToBAZrRdbkGEyBAgAABAgQIECBAoCgYECDQLQEBmm71h9oQIECAAAECBAgQGIqAdhAgQIDACgICNCtgSUqAAAECBAgQINAlAXUhQIAAAQLDERCgGU5fagkBAgQIECCwbQH5ESBAgAABAgR2JCBAsyNoxRAgQIAAgVkClhEgQIAAAQIECBCIgABNFLwIECAwXAEtI0CAAAECBAgQIECgBwICND3oJFUk0G0BtSNAgAABAgQIECBAgACBTQUEaDYVtH37AkogQIAAAQIECBAgQIAAAQIDFxCgKYpi4H2seQQIECBAgAABAgQIECBAgEBRFF1GEKDpcu+oGwECBAgQIECAAAECBAj0SUBdCawtIECzNp0NCRAgQIAAAQIECBAgsGsB5REgMFQBAZqh9qx2ESBAgAABAgQIEFhHwDYECBAgsBcBAZq9sCuUAAECBAgQIDBeAS0nQIAAAQIEjhYQoDnaxBICBAgQIECg3wJqT4AAAQIECBDonYAATe+6TIUJECBAYP8CakCAAAECBAgQIEBguwICNNv1lBsBAgS2IyAXAgQIECBAgAABAgRGJSBAM6ru1lgCZwmYIkCAAAECBAgQIECAAIHuCAjQdKcvhlYT7SFAgAABAgQIECBAgAABAgSWFOhxgGbJFkpGgAABAgQIECBAgAABAgQI9FhgHFUXoBlHP2slAQIECBAgQIAAAQIECMwTsJxABwQEaDrQCapAgAABAgQIECBAgMCwBbSOAAEChwkI0BwmZD0BAgQIECBAgACB7guoIQECBAj0XECApucdqPoECBAgQIAAgd0IKIUAAQIECBBoU0CApk1deRMgQIAAAQLLC0hJgAABAgQIEBixgADNiDtf0wkQIDA2Ae0lQIAAAQIECBAg0FUBAZqu9ox6ESDQRwF1JkCAAAECBAgQIECAwFoCAjRrsdmIwL4ElEuAAAECBAgQIECAAAECQxQQoBlir27SJtsSIECAAAECBAgQIECAAAECOxfYeYBm5y1UIAECBAgQIECAAAECBAgQILBzAQWuJiBAs5qX1AQIECBAgAABAgQIECDQDQG1IDAoAQGaQXWnxhAgQIAAAQIECBAgsD0BOREgQGB3AgI0u7NWEgECBAgQIECAAIFpAXMECBAgQOBMAQGaMyG8ESBAgAABAgSGKKBNBAgQIECAQD8EBGj60U9qSYAAAQIEuiqgXgQIECBAgAABAlsQEKDZAqIsCBAgQKBNAXkTIECAAAECBAgQGL6AAM3w+1gLCRA4TMB6AgQIECBAgAABAgQI7FlAgGbPHaD4cQhoJQECBAgQIECAAAECBAgQWCQgQLNIpz/r1JQAAQIECBAgQIAAAQIECBDoscCSAZoet1DVCRAgQIAAAQIECBAgQIAAgSUFJNuXgADNvuSVS4AAAQIECBAgQIAAgTEKaDMBAjMFBGhmslhIgAABAgQIECBAgEBfBdSbAAECfRQQoOljr6kzAQIECBAgQIDAPgWUTYAAAQIEti4gQLN1UhkSIECAAAECBDYVsD0BAgQIECAwNgEBmrH1uPYSIECAAIEIeBEgQIAAAQIECHRKQICmU92hMgQIEBiOgJYQIECAAAECBAgQILC8gADN8lZSEiDQLQG1IUCAAAECBAgQIECAwGAEBGgG05Uasn0BORIgQIAAAQIECBAgQIAAgd0ICNDsxnl2KZYSIECAAAECBAgQIECAAAECwxdYooUCNEsgSUKAAAECBAgQIECAAAECBLosoG79FxCg6X8fagEBAgQIECBAgAABAgTaFpA/AQItCwjQtAwsewIECBAgQIAAAQIElhGQhgABAuMWEKAZd/9rPQECBAgQIEBgPAJaSoAAAQIEOiwgQNPhzlE1AgQIECBAoF8CakuAAAECBAgQWFdAgGZdOdsRIECAAIHdCyiRAAECBAgQIEBgoAICNAPtWM0iQIDAegK2IkCAAAECBAgQIEBgHwICNPtQVyaBMQtoOwECBAgQIECAAAECBAgcJSBAcxSJBX0XUH8CBAgQIECAAAECBAgQINA3AQGa1XvMFgQIECBAgAABAgQIECBAgMDwBXbaQgGanXIrjAABAgQIECBAgAABAgQIVALeCZwlIEBzloUpAgQIECBAgAABAgQIDEtAawgQ6I2AAE1vukpFCRAgQIAAAQIECHRPQI0IECBAYDsCAjTbcZQLAQIECBAgQIBAOwJyJUCAAAECoxAQoBlFN2skAQIECBAgMF/AGgIECBAgQIDA/gUEaPbfB2pAgAABAkMX0D4CBAgQIECAAAEChwgI0BwCZDUBAgT6IKCOBAgQIECAAAECBAj0W0CApt/9p/YEdiWgHAIECBAgQIAAAQIECBBoUUCApkVcWa8iIC0BAgQIECBAgAABAgQIEBivwHgCNOPtYy0nQIAAAQIECBAgQIAAAQLjEehpSwVoetpxqk2AAAECBAgQIECAAAEC+xFQKoE2BARo2lCVJwECBAgQIECAAAECBNYXsCUBAiMUEKAZYadrMgECBAgQIECAwNgFtJ8AAQIEuiYgQNO1HlEfAgQIECBAgMAQBLSBAAECBAgQWElAgGYlLokJECBAgACBrgioBwECBAgQIEBgSAICNEPqTW0hQIAAgW0KyIsAAQIECBAgQIDAzgQEaHZGrSACBAg0BcwTIECAAAECBAgQIEDgDAEBmjMc/EtgmAJaRYAAAQIECBAgQIAAAQK9EBCg6UU3dbeSakaAAAECBAgQIECAAAECBAhsLtD1AM3mLZQDAQIECBAgQIAAAQIECBAg0HWB0ddPgGb0uwAAAgQIECBAgAABAgQIjEFAGwl0W0CAptv9o3YECBAgQIAAAQIECPRFQD0JECCwgYAAzQZ4NiVAgEAXBO5whzsUZVlu/Dr/+c9fHHfcccVd7nKX4jWveU3xj//4j11onjr0WCD70J/8yZ8U97jHPSb71rnOda6p/fRsw7J5jAAAEABJREFUZztbcbGLXaw48cQTi2c/+9nFl7/85R63VtW7LPDEJz5xat/L52aX67uobtYRIECAwHAFBGiG27daRoAAgZUE/uEf/qH43Oc+V7zgBS8obnWrWxXnPe95i/vc5z7F//2//3elfCTev8B3vvOd4qSTTiqe85zn7Lwyp59+evHud7+7uMpVrjLZh/7zf/7Pk3pk3/r2t789VZ9//dd/Lf72b/+2eOMb31jc8573LC5xiUsUl770pYtXvepVxfe+972ptGZ2JtCrgv7X//pfxf3ud7/ik5/8ZK/qrbIECBAgQGCWgADNLBXLCBAgQGAi8KxnPau46lWvWpx22mmTef90WyDBkQQ7LnvZyxa/+Zu/WSTotssaf/azn50EZq5znesUH/rQh+YUvXjxF77wheK2t71tcfzxxxcf/ehHFye2drQCCRw/+tGPLi51qUsVz33uc4vvf//7o7XQcAIECBAYjoAAzXD6UksIECAwEfihH/qh4id+4ieKi1/84ku//t2/+3eTbWf985nPfGZy21NuV5m1vnPLRlyhe93rXpPbhRLk2CVDAkPPeMYzigSGFgVVmvvmov0ubbja1a42ud3uBz/4wS6bo6yOC3z9618vrnSlKxWPeMQjjLTqeF+pHgECBAisJvBDqyWXmgABAgS6LnCNa1yj+Ou//uviS1/60tKvf/qnfypyW8wb3vCG4oQTTjiqie9617uKpz3taUctt6BbAunDXdcotyI9+MEPntxmkluWmuXf8IY3LN72trcV3/rWt4oEcnJLSrVvVvvd+973vuIWt7hFc9PJxfdtbnOb4nWve91R6ywYr0D2o3/5l38ZL4CWEyBAgMBgBQRoBtu1GtZjAVUnsBeBc57znMUv/dIvFR/5yEcm30w3K/G85z2vOPXUU5uLzY9YICNbErh7ylOecpTCzW52s+J//s//OQnOJEiTBwQflejIgux3CSrmwdR5SHCeWXNk8cH/Cfo89KEPLRLYOVhogsCKAgkiZn+tXi9+8YtXzEFyAgQIECDQvoAATfvGHSxBlQgQIDBf4OxnP3vxkIc8pLjlLW85lSgPc/3whz88tczMuAVOOeWU4mEPe9gUQm5jevrTnz65NemSl7zk1LrDZvKLTq997WuLu93tblNJMyIsv/KUi+upFWYIECBAgAABAgMSaCdAMyAgTSFAgMAYBRKkyUNmf/iHf3iq+R/4wAem5s2MVyC3JyU4893vfncK4fGPf/zkAcVnO9vZppYvO5N97/d+7/eKPGi4vs0LX/jC4otf/GJ9kWkCBAgQIECgCwLqsDUBAZqtUcqIAAECwxL4qZ/6qeLHf/zHpxrlQcFTHKOeefOb31y8973vnTK44x3vWPzWb/1WUZbl1PJVZ370R3+0yC0pGY1TbZsRXAKElYZ3AgQIjEtAawmMRUCAZiw9rZ0ECBDYg0Ae5pnbou55z3sWP/mTPzm5cC/LcvJ+/vOfv7juda9bvOxlLyu+/e1vL127v/u7v5vK61rXulaR0RzJILfApLw8WDb5l+UZZZ3jHOcornzlK69cVvJsvha1Kc9ZSTn5RaOvfe1rzU0Xzj/xiU+cuJTlGXX+kz/5k0n6/JxwghXnO9/5JuszMuXnfu7nijz3JQ/bTfvL8oxtXvKSl0y2qf75nd/5nck2ZXnG+jvc4Q7Vqo3e8zDiF73oRVN5XPCCFywe8IAHFBkBM7VizZmrX/3qxfWud72prd/0pjdNHjQ8tXDBzKK+yv6xzv6Xfa1unv06+2RVjf/9v//3pG/ysO3sd2V5hn3Ky7N40q95sHKVfp33lPH85z9/sk9nnyvLM8rIvvHTP/3TxX3ve9/is5/9bJHjYdn819n/Uo95+afsjHjKfhrnC1/4wlP7YlmWRZZlXdqyKK+U8d//+38v8qtfZVlOAsfZ97M8r//3//7f5FedyvIMh7IsizhnXfVqtm/VYyH1Sz1zfNfNy7KcfB4lOPn+979/8mDrqszD3rPfZP8pyzPqnf0q+1e1XZ7JlOcvpU/Tt2V5Rrq45TMuAcvs41V67xsJ2JgAAQKdEBCg6UQ3qAQBAgS6J5CL8ObtK8vWMhdn7373u4uf+ZmfmVxE5vkh9Quq5PMP//APRX4d6ld/9VeLBB+e9KQnTX5JKuvWef2f//N/ilvf+taT8l796lcXyb/KJxfECdxUZeUWmiyr1i/znguhP/qjPyoudalLTcqY1aYEmlLO/e53v+LHfuzHilvd6lYbPdz2E5/4RPHv//2/L2LzzW9+c1LNPDT3U5/61CQYcve7373I/GTFDv9Jvf7sz/5sqsTY/+zP/uzUsk1m/s2/+TfFzW9+88k+9LjHPW4ScHjFK15R5EL1sHz3sf9lf8p+ddGLXnTSN5/85CenLtazP77jHe8o8hDkBLMyAin1PKwt9fUJ1t3nPvcpsv1d73rXIvta9rnizP+yL3z+858vnvnMZxaXucxliv/4H//jxO3M1Su/pZ8X7X+/9mu/VvzzP//zVL5pU36V6wpXuEKRZxAlaJfj/O///u+n0mUmy7IubUmb0ra0Meu68srDqe90pzvNNU8989mWhw4nqPgTP/ETxStf+coZgcSkXO6VPs0tppe4xCWK7Pvp0/RttXXc8hl3tatdbXJ8fPSjH61WeSdAgACBngsI0PS8A1WfAAECbQnk29mvfvWrU9lf7nKXm5qfNZPAzv3vf//JM0S+8IUvzEpy1LJc3GaUyC/8wi+sFdBIcCY/05xfAjoq88aClPWgBz2o+JVf+ZVi2Vu2csGUi8gEIXIx1shy7mzqc/nLX75IsGpuojkr8gtICfDkW/Q5SYp8i16/DWheum0vT3ChHrzLs4pSl7Ist1pUHhacBwT/7u/+bnH88ccvFZzZx/6X/Sj7U/ar7F+HISQIcdOb3rR46lOfuvQol1yEJ1jyrGc9a3b2M5Zmm8te9rJFtkngZEaSuYuW2f8S8DznOc95kEfa/sAHPrC45jWvWSS4c7BiyYnU86pXvWpx2mmnLblFu8ly3Ob4fdGLXrR0QQmeZF/I50U+N5be8MyECQhlJM1JJ5105pLFb/mMTaDmda973eKE1hIgQIBALwQEaHrRTSpJgACB3QrkAunRj370VKH/9t/+28mF19TCxkwu0HJ7RX56ubFqcntCHvyai+473/nOk2/4m2k+9rGPFde+9rVXukDLN/j3u9/9ivqIjgQtfvEXf3Hya0AJcpz3vOdtFlXk14JyMZk6H7WytiAX3/n58VkXabmdp2pTRhPkdoXappPJb3zjG0VubVn1Aiq/pPU3f/M3kzzq7Um7Mn/cccdNrG5yk5tM2hnXY445ZpK++ueKV7ziwbqsTwCsWrfqe5U+t2DkVo5qPu8nnHDCzP7Mul2+0pe73v8SEMr+l/2pamv65+d//ucn9vP29aR9+MMfXnz84x/P5MLXRz7ykeL6179+MStYl2dFZd9L/2Y/zW1A9cwy8iIjUzK6Z5UgzTL7X/bFqqzkneM+tzRVy6r31CmjeVLHvFLf1LtaX3//zGc+UzzmMY8pvv/979cXFxe4wAWKBD2yfQIguX2sSlCWZXHiiSdOvLM+r4tf/OLV6rXe//iP/3hyi12O32YGOc7ThpST4z+fA800+bxI0DifH8118+ZT1u1vf/sin4NVmuSdMlJWykzZ1brqPft9Atyz9o8qjXcCBAgQ6IeAAE0/+kktCRAgsDOBPDciFxZVcKAqOLdmLBpBU12gPfe5z602mbznQuxP//RPJ6NV3vnOdxbPec5zijzL4dOf/nSRC5Jf//VfT7qDV8rNxUgCAQcLF0zkNo/Xv/71Bynufe97T25vyrffKSu3AqSct73tbZPbFA4SHplIXXM7yJHJmf/nIjHPccltGPUEuR0jF3C5OK/alFscYpeLpJvd7Gb15JNbXe5yl7sUf/EXfzG1fNFM9e37la50pSLfklftyXtGYKT83AKRIFPamVczAHPLW95y4p11eaUOi8pcZl1utcotF/W0Gdlx3vOet75o59P72v8yYiK3LqXBuZjOr1ilf7Jfxrza17Nf5EI76apXnp2SX6dK3atlzfcES3PRHvf6uuzn2a/TF9n3UtYb3vCGyXGW460ZoPgv/+W/HPVclnp+zell9r+LXOQiB5sl0PSoRz3qYD4TqUPqkiDFhz70oYN9MfVNvbM8gYWkrb+yb2fkVH3ZMcccU+TZTmnnk5/85CK3EFbrcztcntWSddXrhBNOqFav/J7jNMGgBLfqG9/2trctvvKVrxQ5ztOGlJXjP58Duf3uPOc5Tz158fa3v73I50c+R6ZWzJlJcCrP2snq5FU9nytlpKyUmbJz+9xxRwK0SVe94vnGN76xmvVOgAABAj0VEKDpacepNgECqwpIP08g377mF3LyUM3cwpOASv0b3GyXh1Q+4QlPKHIrS+ZnvWZdoOUb9nz7n4e9znp2SL4V//3f//0iF6kZdVDle/LJJxe52Kzml3nP9sknAZdc3NS3SdkZxfLBD36wSFvq6/Kt/6mnnlpfdDCdUTm5MDpYcGQiAZNcwP3yL//yzFtuLnaxixW5wMwtCqnTkU0m/+cCOyMmcjE3WbDEP3neTW6TOubIxWk9eUYkbPN5L/W8D5vOg01zS1k9XS4Wy7KsL9r59L73vwSo3vOe9xS5IE//NAGq/aIZpMntYrnob6bPfC7sM5okQcvM55V96lWvetXkOTM5frKs/sq+nuMtx901rnGNg1UJNjz2sY8t8rDbg4WHTCy7/yXAlGMvAacqyzyLJ8HE1CV1qpbX33OcJqCVbevLc6wkCFFftqvpHJ85TlOHqsyY53h++ctfXqRd1fLqPe1L8CYBlnw+VMvzns+PfI5ketlXPqMSqLnd7W4386HbeUh4gj9JV88zo7iWDWzXtzNNgAABAt0REKDpTl+oSd8F1J9ARwTe+973Fuc+97mP+sWUsixnLsutArl4zAiZPAQ3F3L1pmS0SL4dnjW0vko36wItFw+58Mqv11TpZr2XZVnkF1XynJH6+jyPIt+w15ctms7FZ/Ipy3Jusktf+tLFS1/60iK3a1WJEpx6y1veUs0evOfi+AUveMHUQ3hzcZYHgMbrIOGMibIsi3vd615Fs01vfetbi1NOOWXGFrMX5RkfzeDM7JS7W5rnEuUitl7ivoJFVR26sP8l0JDnp1R1mvX+oz/6o5MHCJflWfvo17/+9cmojFnpM4okwb76upST2/bK8qw86uur6Ywwyf6bfbZalmfSJPhZzR/2vuz+l6BPMwiRfT/H22FllGVZ5NasZmAjI4cO27aN9Xl2Tkb91PNOW3I8l+Vi83wu5POhbp7P0wSNm8dMPf/6dIJBCVofZpfP4zxIuL5tRtHUA0v1daYJECBAoB8CAjT96KdJLf1DgACBXQvkG/hc1DUvnpr1yLD75oiXfAudi4hm2lnzZVkWeVZHfgGlWp8RACm7ml/0ftxxx8iYUxYAABAASURBVE22L8vFF1DJI89lybfdma5es755zqiFWRdqh104VXmWZVnkNpTUrVqWi7UEuxJQqJbNe89opete97rzVu9teW7f2Vvhcwre9/6X/TwP/Z1TvanFxx57bFG/NSgX7gl6TSU6cyb7Zf2C+z/8h/9Q5Da1sjx8P08W2VfzS1+Zrl4JUOa5TdX8vPdV9r8EFXJMJdCSYzgeN77xjedlfdTy/IpbM8j3uc997qh0u1iQAEv9Adg5fnMcl+Xy5gno1OuakUSf/exn64vmTucz9ypXucrc9fUVuY0r/VQtyy+Ffe1rX6tmvRMgQIBADwXqAZoeVl+VCRAgQGDbAnmORm51yjMjMhrnmMbtNbPK+9SnPlVkJEq1Lhdoub2pml/mPc+ruPKVr3yQNEGM5rfyBysbE6lv/aK3sXpqNhc0zV8cSv3zjJB6wtwyU7+VJyMSVrnoTF6pU26FynT1SuApIw6q+Xnv2XYZ+3nbt7U8vzKzad65fSO3AZVlOXNUV1nOX55b8Zrlp//2uf8lgJn+atZr1nyCERlpMWtdfVluVcktU/VlN7/5zScPy60vO2w6Qb7s81W67Nfzbqmq0uQ97Vl2/8souTwDJkHa7B8JmOX2qOTTp1cCHLkNsl7nHL+xqC87bDqfE/m8qNLl1q/mbaPVuuZ7fpHpXOc6V3PxzPkf//EfP+q5WjMTWkiAAIHZApZ2UECApoOdokoECBDYRCDfZudb7AQ8mq8sz/pm/mV5xi05ubDKN/p5xkV+daUsy2bSmfN5IGp9Rb65zzM56ssOm85F5BWucIWpZLnd4LBv+7NdLkKnNjxkJt+K5+KmSpZATNpezee9GRxK3erbJM0yrwSqyvIsx5SzzO0b6xguU59N06zar5uWt8z2+9z/Ur/sG9kPM33YKwHQBKcOS5dbn5qjSPLskcO2a65PkKUeYMgIi/yEdjNdc76r+1+zntuc/9KXvlTUzcuyLHL8rlpGPieyT9S3+8AHPlCfnTudEX5zVzZW5OHIuUW1sdgsgQ4JqAoBAqsKCNCsKiY9AQIEOi6QIfJ5dkUuNpqvfLud4fv5meTcLlE1JaNV8tyDPNMgv0pTLV/mPc9qqV/UZJv86tBv/dZvFbm9YpXX6173umx+8MpFagJGBwtmTOTiMxehM1bNXZQgQy5A6wn+8i//8mA2QaE8DPdgwZGJPDz5nOc855Gp1f7PSILUsdoq36YvM4Ihz/5Zp7yqnLbec/HZVt7r5Lvv/S91bqOfso/kV5qSf15lWU5+BWmV4ylp8ytJ9WM6x3qCNMlz0avt/S/1SBvzS0U3uMENirwvqs8u1sUpI5eqsjLaKUHtan7Z9+wPuf2onj5B2Xre9XX16QRd6vOmDxGwmgABAgMTEKAZWIdqDgECBA4TyC+O5GGmCdLc//73n0r+pje9qcgQ+7/6q7+aWr5oJsGM+oVk0maUSH7CetVXbn3J9tUrAZrkX83Per/kJS9Z5OGrs9bNW5YLqFyA1tfXn62Si/7qZ4arNOtcqGXbXHCt8y13RlksOyoj5ezqlfaU5VkjglJunteT9328sn/sc/9Lm/NA7Lxv85XbbbIfVnkmoJFbiFY9pvLMowRlq3zynkBt3he9trX/JSiR/SN1f9KTnlTkdsTcApmRfDmm8iDiPOspz2daVJ9drEswOM5VWbnVKMHcan6V9/xC1SrpkzYPL7/whS+cSS8CBAgQGKmAAM1IO16zCRAgkFst8oswd7vb3aYwcvtDHvaZb3ynVnR0JgGnspwOGBxW1QQ+cgFaT7fMRWs9/SbTyz4wdJMy2to2F9UZWVDPPwG5+vxh07mNIwGwXAwveuW5HbloPSy/Hq8fXNXTn9m/73SnOxUJcOQX5fJg5Jvd7GZFRvPkl+Iysm9wDT+kQaeeemrxrW9965BUVhMgQIDA2AUEaMa+B2g/AQKjFqiCNPXbnQKSb7zzazGr/Mx1tvNaTmCZh8Qul9Nhqba/Pg8/zW1b9Zxze1hGStSXmR6fQIKceZDxZS5zmeJFL3pRkSDcMgoZpbLOiJNl8u5KmoyMyci9rtRHPQgQIECgmwICNN3sF7UiQIDAzgQucIELFCeddFLRHKnwrne9q3j2s59d5BvxuZWZs+IJT3jCZLtsu8kro3guetGLzill/cWzbov52Z/92fUzXHHLPl+MZvTMVa5ylakWf/KTnyxWHUUzlcGWZ7q+/63T3Etc4hJFntmyyfFUbZuRLOvUYdE2eaB3bp18/etfvyhZkf0nDyB/4AMfWLz1rW8tcntabuc68cQTF27X95UZsZeAeN/bof4ECBAg0K6AAE27vnInQGBDAZvvRuDnf/7ni4c+9KFHFfaoRz2q+MhHPnLU8vqCsiyL3DJUX5YROPX5Nqe//OUvL/1NfVWP733ve0X9mTNZnm/x855X2pMLqkxXr7/927+tJld6/+Y3v1k0R5ck/5Uy6VjiG9/4xkVZnnVbWdr42te+di+1LMv97n9tNbq5jySIkWcytVXeJvlmpF0eMJ5jsZ7PhS50oeJBD3pQkV9ESyAmz5nJL6Z96EMfKvI8mhvd6EZFAsT1bfY53Xy+Uo7b7Nvr1Kn5eZH+LMuzjpl18rQNAQIECAxfQIBm+H2shYsFrCVA4IhAWZaTX1xq3uqUXxx62MMedlSA4cgmB/8nkNH8FaXPf/7zC7c52HgLE7mAykXfKlnl11pSx2qbsiyL/EpTNZ9bEerzWZ7naix7y0bSV6+MLKnXL8/k6NovIVV1XfY9I2gS1Kunf+lLX7qXUTT73v/qBtuczj6SfaXKM88vyYiyar5L729729uKP//zP5+q0j3ucY8i9X3iE59YXOta15oEYsqy2wGK5vOVctzm+J1q2BIz+ZzI50U9aT4js6/Wl5kmQIAAAQJNAQGapsjW52VIgACBfgjkm+zHPe5xRX5dpV7jk08+uXjZy15WX3TUdDOws84tL7n94t73vndx/vOfvzjhhBOKPAPn1a9+dVH/JZujCj6yIBdRKe/I5NL/f/rTny6++tWvHqTP7SPHH3/8wXwmchtG3qvXZz7zmeJrX/taNbv0+ymnnDKV9uIXv3iRC8GphT2bya9m3fGOd5yqdR4u/V//638tMjppasUOZva5/7XVvOwj2Vfq+efXjnKc1JcdNp19PbcJ5rlHuY0oI1q2+ZDeHJ/N0VPpj3yWZETKYfXL+gSfsv9kep+vWc9Xah6/y9QvnxP5vKinjUl93jQBAgQIDFVgs3YJ0GzmZ2sCBAgMSuAXf/EXJyNpmo36vd/7vYWjI652tasV5z3veQ82y6iWBFdWuZj8whe+ULzuda8rcitHAi4veMELive///1H3T51UEht4o1vfOOhgZwqeS4oX/nKV1azk/eMCLnIRS4yma7+ucIVrjAJFlXzCei85jWvqWaXes8tH/nVmnrijDxJMKy+rI/Tt73tbYtrXOMaU1V/7nOfWzztaU+bPH9oakXLM/ve/9poXvaRHI/1vHN85DipL1s0neMvx2H23dxyk+Pk+c9//sq3BC4qI8GVjJSpp7nyla88GTFTX7ZoOtsnkLQozS7W5fk4+Syol5XjN8dxfdlh0/mciHmVLs/3utKVrlTNeidAgMBmArYetIAAzaC7V+MIECCwmkCek3D/+9+/yDfu9S3z7XZuVUhwo768ms7tQFe/+tWr2cn7s571rOKjH/3oZPqwf5LvU57ylOLv/u7vDpJmJM8v//IvH8wvmshFVJ5zsShNtS7pkr6aL8uyuMMd7nBUIOinf/qni+tf//pVssn7M57xjKJ+a9Rk4Zx/cnH8nOc8Zyp9WZbFrW9966nnt8zZvPOLM4rmyU9+8lRgLpXOA2gzemLTkTT5RaDkk9vsku+i1773v0V1W3ddWZbFL/3SL02NaMvxkWe3LGubB/fmOKzX4Rd+4ReKS17ykvVFG02ffvrpRbOPmvOLCkhbHv3oRxcJ6i5Kt6t1CTye4xznOCgux3uO4xzPBwsXTCR9PifqSRLI3OVDyOtlmyawjoBtCBDYn4AAzf7slUyAAIFOClz60pcuHv7whx9Vt4xo+eAHP3jU8izIrQx5SGiCKpnPKxdcudj5q7/6q8zOfeXC54//+I+LXATVE+VBtM3bjOrr69N5+Og973nP4rCycsGaW6eSvto+F6zN4FLWJVh15zvf+agL5BNPPHHybI2kmfdKm37/93+/yC0/9TTXve51i1ll1dNsc7r5IORt5p28Mhromc985pRRlue5RRnV8uEPf3jl0TQZrXCve92r+Mmf/MnisF8ESll57Xv/Sx3aeGVfyXFQzzujlBK4SmCjvrw5nVv/EmzNcVity/H5G7/xG0WesVQt2/Q99s2AboKgyzy75Tvf+U5xn/vcp8iIk2Y9ErTNcdRcPmv+u9/9bpG8Zq1bdVlur2wGZh/72McWT33qUw/dlxNUzGdeAmlVuZV5nKpl3gsEBAgQIDBHQIBmDozFBAgQGLNALjLyrW/dIBdBD3nIQ4r8Ykt9eTWd2zHufve7V7OT94y8ydD+3FYx6wIqAYQEdm5zm9sU9aBJbpfKRf4qFzUpK7dW5PalfKs/qcCZ/2T+Fa94RZGgQQIAZy4u8k35Yx7zmOJc5zpXtWjqfVab8myJn/u5nytmlZONc3F2u9vdbnLh2WxTLvTmlZVtN31lVEs9j1z45hv9+rJtT9/+9rcvMmIgF6L1vDN6Kv2RkUjPfvazD34iup4m0+mbXNhmH7n85S9f5HlA/+2//bep/SHp8srF/LWvfe1MHvWa1VfZJ3a1/x1VoS0syP6f0SU5HurZ5dfVEij83Oc+V188mU5Q493vfneR4FkCJZOFZ/6T4OS1rnWtM+e285YH3yaQVM8t7je72c2K5oNyqzQJLr3hDW8oLnvZyxbZN6rl9ffckpWH7daXVdP5uer6cZRgzote9KJakKZKufr7PPMHPOABxc1vfvMi+2oz1+zDuf0s++/HPvaxqdUxz69VTS00Q4AAAQIE5ggI0MyBsZgAAQJjFsiFfgIkzYvu/FJLAhOzbDLi5AlPeEJxnetcZ2p1bne4613vOgmCZERMgjh55aGZKad5C0bKzMiTXGBOZbRgpizLydoEfH7lV36lSL65gE05ec9FV4Imqcsk4Zn/JDjTvLg8c9XkbV6bqnKSb0bFpJzcJnXMMccU+fWdplHa9LznPW9y0TzJuKV/LnOZy0zlnJ87T4AkdUrg4453vGPxz//8z1NpNp0py7LIiJc83+Q85znPUdnlmSkZ3ZSH3sahqkvqkwdCxzgPw80+khFOR2VwZEFuYXrXu941CQQlIHBk0VH/J5+d7X9Hld7eglz0Z9+JXb2Ut771rcVxxx1X5NlJuW0u+2DeY5pjMO719DmeEthJcKO+fBvTCdI1R9GkL7M/pt9Tr9QvwYoENzOCJwGceh0zcq8szziOU6cEPRJsynTzleBMjrX68gT4ctxnv8orvyp0FLriAAAQAElEQVRWX7/K9DzzjOjKvpqyc7ynTTn+8zmQ4M03vvGNqWLSD3l+VxvmUwWZIUCAAIHBCAjQDKYrNYQAAQLbFZg1IiEl5Bv9eaMycoGU25VucYtbJOnUK6NJPvKRjxS5RSOv5jfNSZyL0IzGyAV95pd55QGcCfJc8IIXPEieb94TMEg5ec839gcrj0yknJNOOql44AMfeOjzYKo25SLzyKZT/yffBA5Szkte8pKZtz4laPHmN7958u371MYLZtZdlWBT3aHKJ6N6MnIoo39mjWSq0q37XpZl8Z/+038qUkZ+iWtRPlVdkjYPhF6UNhfaechtRopk5ExZnnUBP2u7qq92uf/Nqse2l+Xi/01velORfb2Z99e//vUiz1TKPpj3+i1NVdqMIspx2QyiVOs3fU9wJcfgrEDEV77ylYP65TbJT33qU1Ojo7JNjvn0cwIvVV1OPfXUuaP1EuC56U1vWiU9eM/xmP0qr7/+678+WL7ORMxz3Ob4bW5/2mmnFTneY57jP+U20+TzIubZJ5vrzBMgQIAAgXkCAjTzZCwnQIDAcAWWallGJOQZFs2Lulxg54G+ua1gVka5IHnVq15V5JaiC13oQrOSzFyWETW5eMsFflkuvhBvZpCRObmlpvkLLM10mV+nnLTp5S9/+cptSqApowR2dYtDHkSab+wTgEpbm6/cnnFYUKS5zSrzuZhN4OtLX/pS8du//dtFRhassn2V9oY3vOHkF7xyq8ytbnWr4mxnO1u16tD39NWu979DK7WFBDe5yU2KBKpuectbLp1bgh95uPf73ve+4mIXu9jS262TMA/0Pvnkk4uMdlp2+4zoSh/nNscE4zI6pdo2tzh9/OMfr2aPev/VX/3VIiN3jlpx5oJYzfuMOjPJoW85bhPUXMU87U9gJ6Posi8eWogEBAgQIECgJiBAU8MwSYDAtgTkMxSBfDM+64HBeaBv8/kW9TbngjrPsclF1imnnDL5laTcFlAPHOTi8Wd+5meKBz3oQZMLzzxQNgGGej6rTCf/3IKVi6Mb3OAGRfKvts9tNfe4xz2KjNpZt5x6m97xjndM2pSLyqqMvJ/vfOeb3OKVW1Jyu8Mf/MEfFLNGtCRtG6+yLItc9CbQlW/wU596OalTRjTUl7UxnQvtBPG+9a1vTZ5Dkn0ot3s0g30pO0G8BNgymikX+Bnh87a3va246lWvulJgJnlVr3pf7Wr/q8pu8z1BloyS+epXv1o8/elPL+LW7ON4Zv9PugTjcnytGyhbtS3XvOY1Jw/qzmifjEBJXep5pK7ZD6rj44UvfOFB4OgCF7hAkVF79fQve9nLilmjU5Imt7rluTOvfe1rJw714z3rM8ol+1+mN3lV5gk65lfLYp6yqzzzmZbPyQSZPvShD00+yxJMK8uySuKdAAECBAgsLSBAszSVhJ0SUBkCBA4EXvziF09+XSTPa8jrPe95z+R5LwcJNpzIKJDkW3/l+RDXu971Ds05F015MG8upHLLQrar8slDh3MbQr7hP/bYYw+91ejQwo4kyIV5Lo7e/va3F8m/KiuBoj/8wz8srnjFK25cTtqUX3lJm3IRWJWR9/xyzjvf+c4iz9rIBeeRKi39/4Mf/OCpfky/Lr1xI2ECXRlFkvqkXtUrF7u5DaqRvLXZ9Mfxxx9f5NkncUlwqKpL9Z5bdHJh+6QnPanI8zxy+8q2KpS+2vb+l9twcoxV9c/7rNtt5rVh0+2Tb547c9/73reIW7OP45n9P6M+6oGEbLfota39L+bxSOAkdYlP9Updsx/MOj7Ksixym1SVNu8JMiW/efXO/pVAUBzqx3u2zYi6BISqbTdtX4KOGVGYsv7pn/7p4FjNZ1qe9ZTbtBK8SZ2qMg97T8Cy/hmSWzPzGXXYdtX6Tbev8vFOgAABAt0REKCZ0xcWEyBAgAABAgQIECBAgAABAsMX6EoLBWi60hPqQYAAAQIECBAgQIAAAQJDFNAmAksJCNAsxSQRAQIECBAgQIAAAQIEuiqgXgQIDEFAgGYIvagNBAgQIECAAAECBNoUkDcBAgQItC4gQNM6sQIIECBAgAABAgQOE7CeAAECBAiMXUCAZux7gPYTIECAAIFxCGglAQIECBAgQKDTAgI0ne4elSNAgACB/gioKQECBAgQIECAAIH1BQRo1rezJQECBHYroDQCBAgQIECAAAECBAYrIEAz2K7VMAKrC9iCAAECBAgQIECAAAECBPYjIECzH/exlqrdBAgQ2Fjgohe9aHHaaacVP/jBDyavb3/728UVr3jFjfOVAQECBAgQIECAAIF9CgwsQLNPSmUTIECAAAECBAgQIECAAAECuxEYXikCNMPrUy0iQIAAAQIECBAgQIAAgU0FbE9gxwICNDsGVxwBAgQIECBAgAABAgQi4EWAAIG6gABNXcM0AQIECBAgQIAAgeEIaAkBAgQI9EhAgKZHnaWqBAgQIECAAIFuCagNAQIECBAgsC0BAZptScqHAAECBAgQ2L6AHAkQIECAAAECIxEQoBlJR2smAQIECMwWsJQAAQIECBAgQIBAFwQEaLrQC+pAgMCQBbSNAAECBAgQIECAAAEChwoI0BxKJAGBrguoHwECBAgQIECAAAECBAj0XUCApu89uIv6K4MAAQIECBAgQIAAAQIECBBoVaATAZpWWyhzAgQIECBAgAABAgQIECBAoBMCKjFfQIBmvo01BAgQIECAAAECBAgQINAvAbUl0FsBAZredp2KEyBAgAABAgQIECCwewElEiBAoB0BAZp2XOVKgAABAgQIECBAYD0BWxEgQIDAKAUEaEbZ7RpNgAABAgQIjFlA2wkQIECAAIHuCQjQdK9P1IgAAQIECPRdQP0JECBAgAABAgRWFBCgWRFMcgIECBDogoA6ECBAgAABAgQIEBiWgADNsPpTawgQ2JaAfAgQIECAAAECBAgQILBDAQGaHWIrikBdwDQBAgQIECBAgAABAgQIEKgEBGgqieG9axEBAgQIECBAgAABAgQIECDQE4ENAjQ9aaFqEiBAgAABAgQIECBAgAABAhsI2HQXAgI0u1BWBgECBAgQIECAAAECBAjMF7CGAIFCgMZOQIAAAQIECBAgQIDA4AU0kAABAl0XEKDpeg+pHwECBAgQIECAQB8E1JEAAQIECGwkIECzEZ+NCRAgQIAAAQK7ElAOAQIECBAgMGQBAZoh9662ESBAgACBVQSkJUCAAAECBAgQ2JuAAM3e6BVMgACB8QloMQECBAgQIECAAAECswUEaGa7WEqAQD8F1JoAAQIECBAgQIAAAQK9FBCg6WW3qfT+BJRMgAABAgQIECBAgAABAgS2LyBAs33TzXK0NQECBAgQIECAAAECBAgQIDB8gUYLBWgaIGYJECBAgAABAgQIECBAgMAQBLShXwICNP3qL7UlQIAAAQIECBAgQIBAVwTUgwCBLQoI0GwRU1YECBAgQIAAAQIECGxTQF4ECBAYj4AAzXj6WksJECBAgAABAgSaAuYJECBAgEBHBARoOtIRqkGAAAECBAgMU0CrCBAgQIAAAQLLCAjQLKMkDQECBAgQ6K6AmhEgQIAAAQIECAxAQIBmAJ2oCQQIEGhXQO4ECBAgQIAAAQIECLQtIEDTtrD8CRA4XEAKAgQIECBAgAABAgQIjFxAgGbkO8BYmq+dBAgQIECAAAECBAgQIECgywICNNvpHbkQIECAAAECBAgQIECAAAECwxdorYUCNK3RypgAAQIECBAgQIAAAQIECKwqIP1YBQRoxtrz2k2AAAECBAgQIECAwDgFtJoAgU4KCNB0sltUigABAgQIECBAgEB/BdScAAECBFYXEKBZ3cwWBAgQIECAAAEC+xVQOgECBAgQGJyAAM3gulSDCBAgQIAAgc0F5ECAAAECBAgQ2K2AAM1uvZVGgAABAgTOEPAvAQIECBAgQIAAgZqAAE0NwyQBAgSGJKAtBAgQIECAAAECBAj0R0CApj99paYEuiagPgQIECBAgAABAgQIECCwJQEBmi1ByqYNAXkSIECAAAECBAgQIECAAIFxCIw7QDOOPtZKAgQIECBAgAABAgQIECAwboEetF6ApgedpIoECBAgQIAAAQIECBAg0G0BtSOwqYAAzaaCtidAgAABAgQIECBAgED7AkogQGDgAgI0A+9gzSNAgAABAgQIECCwnIBUBAgQILBPAQGafeormwABAgQIECAwJgFtJUCAAAECBOYKCNDMpbGCAAECBAgQ6JuA+hIgQIAAAQIE+iogQNPXnlNvAgQIENiHgDIJECBAgAABAgQItCIgQNMKq0wJECCwroDtCBAgQIAAAQIECBAYo4AAzRh7XZvHLaD1BAgQIECAAAECBAgQINA5AQGaznVJ/yukBQQIECBAgAABAgQIECBAgMBqAn0M0KzWQqkJECBAgAABAgQIECBAgACBPgqMqs4CNKPqbo0lQIAAAQIECBAgQIAAgbMETBHojoAATXf6Qk0IECBAgAABAgQIEBiagPYQIEBgSQEBmiWhJCNAgAABAgQIECDQRQF1IkCAAIFhCAjQDKMftYIAAQIECBAg0JaAfAkQIECAAIEdCAjQ7ABZEQQIECBAgMAiAesIECBAgAABAgQEaOwDBAgQIDB8AS0kQIAAAQIECBAg0HEBAZqOd5DqESDQDwG1JECAAAECBAgQIECAwCYCAjSb6NmWwO4ElESAAAECBAgQIECAAAECAxYQoBlw567WNKkJECBAgAABAgQIECBAgACBfQnsLkCzrxYqlwABAgQIECBAgAABAgQIENidgJLWEhCgWYvNRgQIECBAgAABAgQIECCwLwHlEhiigADNEHtVmwgQIECAAAECBAgQ2ETAtgQIENi5gADNzskVSIAAAQIECBAgQIAAAQIECBCYFhCgmfYwR4AAAQIECBAYhoBWECBAgAABAr0SEKDpVXepLAECBAgQ6I6AmhAgQIAAAQIECGxPQIBme5ZyIkCAAIHtCsiNAAECBAgQIECAwGgEBGhG09UaSoDA0QKWECBAgAABAgQIECBAoBsCAjTd6Ae1aEmgLMuiLPf4UjZ/+4B9wD5gH7AP2AfsA/YB+8DW9oGWLhtkS6ATAgI0neiG9SthSwIECBAgQIAAAQIECBAgQKD/AocFaPrfQi0gQIAAAQIECBAgQIAAAQIEDhOwfs8CAjR77gDFEyBAgAABAgQIECBAYBwCWkmAwCIBAZpFOtYRIECAAAECBAgQINAfATUlQIBAjwUEaHrceapOgAABAgQIECCwWwGlESBAgACBtgQEaNqSlS8BAgQIECBAYHUBWxAgQIAAAQIjFRCgGWnHazYBAgQIjFVAuwkQIECAAAECBLooIEDTxV5Rp1UEyiOJvYqCAYPu7AP6Ql/sfh/4keLo//RD4W9DUTAoCgZFwaAoRmVQ+I9AXwUEaPrac+pNYMQCmk6AAIGGwNka82YJECBAgAABAr0TEKDpMdQhbwAAEABJREFUXZep8A4EFEGAAAEC/RIQoOlXf6ktAQIECBAgMENAgGYGSvuLlECAAAECBAhsUcD5zBYxZUWAAAECBAhsU2D5vJzQLG8lJQECBAgQINBNASNoutkvakWAAAECuxBQxmAEBGgG05UaQoAAAQIERivgfGa0Xa/hBAjsQkAZBAjsRsAJzW6clUKAAAECBAi0J2AETXu2ciawCwFlECBAgMARAQGaIwj+J0CAAAECBHot4Hym1923i8orgwABAgQIdF/ACU33+0gNCRAgQIAAgcUC+x9Bs7h+1hIgQIAAAQIEDhUQoDmUSAICBAgQILB/ATVYKOB8ZiGPlQQIECBAgEAfBJzQ9KGX1JEAAQLtCyiBQJ8FjKDpc++pOwECBAgQIDAREKCZMPiHAIH2BZRAgACB1gQEaFqjlTEBAgQIECCwKwEBml1JK6d9ASUQIECAwFgFnM+Mtee1mwABAgQIDEjACc0KnSkpAQIECBAg0EmB5giav+5kLVWKAAECBAgQ6I3APioqQLMPdWUSIECAAAEC2xRons/86zYzlxcBAgQIEGhBQJYEjhJontAclcACAgQIECBAgEDHBZojaE7veH1VjwABAjsQUAQBAn0TEKDpW4+pLwECBAgQINAUaJ7PGEHTFDJPoA0BeRIgQIDAVgWaJzRbzVxmBAgQIECAAIEdCBhBswPkfRShTAIECBAgMCYBAZox9ba2EiBAgACBYQo0z2eWHUEzTA2tIkCAAAECBHop0Dyh6WUjVJoAAQIECHRTQK12JGAEzY6gFUOAAAECBAi0JyBA056tnAkQINC+gBIIEIhAM0BjBE1UvAgQIECAAIFeCQjQ9Kq7VJbA7gWUSIAAgR4INM9n/IpTDzpNFQkQIECAAIFpgeYJzfRacwTaF1ACAQIECBDYVKA5gkaAZlNR2xMgQIAAAQI7FxhBgGbnpgokQIAAAQIEdivQPJ9xi9Nu/ZVGgAABAgQ6ItDvajRPaPrdGrUnQIAAAQIExihgBM0Ye12bCRAgsA8BZRJoUUCApkVcWRMgQIAAAQI7EWiezxhBsxN2hRAg0IaAPAkQGK9A84RmvBJaToAAAQIECPRVwAiavvaceu9DQJkECBAg0FEBAZqOdoxqESBAgAABAksLNM9njKBZmq6NhPIkQIAAAQIE1hFontCsk4dtCBAgQIAAAQK7Ezi6JCNojjaxhAABAgQIEOiZgABNzzpMdQkQIECgfQEl9E6gGaAxgqZ3XajCBAgQIECAgACNfYAAAQK7F1AiAQLbFWiez5y+3ezlRoAAAQIECBBoX6B5QtN+iUogQGAHAoogQIDAqASaI2gEaEbV/RpLgAABAgSGISBAM4x+3H0rlEiAAAECBLoj0DyfcYtTd/pGTQgQIECAAIElBZonNEtu1n4yJRAgQIAAAQIElhQwgmZJKMkIECBAgEAXBdTpDAEBmjMc/EuAAAECBAj0V6B5PmMETX/7Us0JECDQhoA8CfRCoHlC04tKqyQBAgQIECBAoCZgBE0NwyQBAvsQUCYBAgQ2FxCg2dxQDgQIECBAgMB+BZrnM0bQ7Lc/lN6GgDwJECBAYPACzROawTdYAwkQIECAAIHBCRhBs4UulQUBAgQIECCwXwEBmv36K50AAQIECIxFoM12CtC0qStvAgQIECBAYCcCAjQ7YVYIAQIECLQvoIQRCzTPZ9ziNOKdQdMJECBAgEBfBZonNH1th3oTIECgfQElECDQVQEjaLraM+pFgAABAgQILC0gQLM0lYQE2hdQAgECBAisJdA8nzGCZi1GGxEgQIAAAQL7FGie0OyzLspuX0AJBAgQIEBgiAJG0AyxV7WJAAECBAiMTGDLAZqR6WkuAQIECBAg0AWB5vmMETRd6BV1IECAAIGBC2jetgWaJzTbzl9+BAgQIECAAIG2BYygaVtY/gQIENiHgDIJjExAgGZkHa65BAgQIEBggALN8xkjaAbYyZpEoA0BeRIgQKBLAs0Tmi7VTV0IECBAgAABAssIGEGzjJI0+xBQJgECBAgQWFpAgGZpKgkJECBAgACBjgqMOEDT0R5RLQIECBAgQGBlAQGalclsQIAAAQIERiTQj6Y2z2fc4tSPflNLAgQIECBAoCbQPKGprTJJgAABAgTaF1ACgS0IGEGzBURZECBAgAABAvsVEKDZr7/SCRBoX0AJBAgMX6B5PmMEzfD7XAsJECBAgMDgBJonNINroAYRaF9ACQQIECCwZwEjaPbcAYonQIAAAQIENhcQoNncsP0clECAAAECBAgsEmiezxhBs0jLOgIECBAgQKCTApMTmk7WTKUIECBAgAABAssJGEGznJNUBAgQIECgQNBdAQGa7vaNmhEgQIAAAQLLCTQDNEbQLOcmFQECBNoQkCcBAmsKCNCsCWczAgQIECBAoDMCzfOZ0ztTMxUhQKAFAVkSIEBgmALNE5phtlKrCBAgQIAAgSELNEfQCNAMubd30TZlECBAgACBPQgI0OwBXZEECBAgQIDAVgWa5zOdv8Vpq62XGQECBAgQIDAIgeYJzSAapREECBAgQGDkAmNrvhE0Y+tx7SVAgAABAgMUEKAZYKdqEgECBNoXUAKBTgk0z2eMoOlU96gMAQIECBAgsIxA84RmmW2kIUCAQPsCSiBAgMDyAkbQLG8lJQECBAgQINBRAQGajnaMarUvoAQCBAgQGIxA83zGCJrBdK2GECBAgACB8Qg0T2jG0/L2W6oEAgQIECBAYDcCRtDsxlkpBAgQIECAwGyBrSwVoNkKo0wIECBAgACBPQo0AzRG0OyxMxRNgAABAm0IyHMMAgI0Y+hlbSRAgAABAsMWaJ7PnD7s5modAQIEWhCQJQECexdontDsvUIqQIAAAQIECBBYUaA5gkaAZkVAyQnsQkAZBAgQILBYQIBmsY+1BAgQIECAQPcFmuczbnHqfp+1UUN5EiBAgACBXgs0T2h63RiVJ0CAAAECBEYpsKMRNKO01WgCBAgQIEBgRwICNDuCVgwBAgQIEDhUQIJ1BZrnM0bQrCtpOwIECBAgQGBvAs0Tmr1VRMEECBAg0L6AEggMVMAImoF2rGYRIECAAIExCQjQjKm3tZVA+wJKIECAwD4EmuczRtDsoxeUSYAAAQIECGwk0Dyh2SgzGxNoX0AJBAgQIEDgKAEjaI4isYAAAQIECBDom4AATbPHzBMgQIAAAQJ9E2gGaIyg6VsPqi8BAgQIENiHQMfKFKDpWIeoDgECBAgQILCyQPN85vSVc7ABAQIECBBoQUCWBFYRaJ7QrLKttAQIECBAgACBLgg0R9AI0HShV9SBAIFdCCiDAIEBCQjQDKgzNYUAAQIECIxUoHk+4xanke4Imt2GgDwJECBAYFcCzROaXZWrHAIECBAgQIDAtgSMoNmW5D7yUSYBAgQIECAwERCgmTD4hwABAgQIEOixQPN8ZmoETY/bpeoECBAgQIDAiASaJzQjarqmEiBAgACBrQjIZP8CRtDsvw/UgAABAgQIENhQQIBmQ0CbEyBAoH0BJRAgcIhA83zGCJpDwKwmQIAAAQIEuifQPKHpXg3ViACB9gWUQIAAgX4LGEHT7/5TewIECBAgQOCIgADNEQT/ty+gBAIECBAg0KJAM0BjBE2L2LImQIAAAQIE2hEYSoCmHR25EiBAgAABAn0QaJ7PnN6HSqsjAQIECBAgsJbAYDdqntAMtqEaRoAAAQIECAxWoDmCRoBmsF2tYQQIENiFgDII7EdAgGY/7kolQIAAAQIEtifQPJ9xi9P2bOVEgEAbAvIkQIDADIHmCc2MJBYRIECAAAECBDotYARNp7tH5fYhoEwCBAgQ6J+AAE3/+kyNCRAgQIAAgWmB5vmMETTTPm3MyZMAAQIECBDYskDzhGbL2cuOAAECBAgQILCOwErbGEGzEpfEBAgQIECAQBcFBGi62CvqRIAAAQLtCyhhSALN8xkjaIbUu9pCgAABAgRGItA8oRlJszWTAAEC7QsogQCBnQkYQbMzagURIECAAAECbQkI0LQlK18C7QsogQABAgTOEGgGaIygOcPFvwQIECBAgECPBARoetRZu6+qEgkQIECAQC8Emuczp/ei1ipJgAABAgQIEKgJNE9oaqt2MKkIAgQIECBAgMDmAs0RNAI0m5vKgQABAgQIbFdAbocKCNAcSiQBAQIECBAg0HGB5vmMW5w63mGqR4AAgTYE5Emg7wLNE5q+t0f9CRAgQIAAgfEJGEEzvj7XYgL7EFAmAQIEWhUQoGmVV+YECBAgQIDADgSa5zNG0OwAXRFtCMiTAAECBMYs0DyhGbOFthMgQIAAAQL9FDCCZtl+k44AAQIECBDorIAATWe7RsUIECBAgED/BPZU4+b5jBE0e+oIxRIgQIAAAQLrCzRPaNbPyZYECBAgQKB9ASUQaArkXKasLUxw5ge1eZMECBAgQIAAgV4I5KSmFxVVSQIECOxGQCkECPRMoHl7UwI0PWuC6hIgQIAAAQIEikKAxl5AYNcCyiNAgACBbQo0z2VO32bm8iJAgAABAgQI7EqgeVKzq3KV06KArAkQIECAwIgEmiNoBGhG1PmaSoAAAQIEhiSwToBmSO3XFgIECBAgQKDfAs1zGbc49bs/1Z4AAQIEuiWgNjsUaJ7U7LBoRREgQIAAAQIENhYwgmZjQhkQIEBgnwLKJkCgEhCgqSS8EyBAgAABAn0UaJ7LGEHTx15UZwJtCsibAAECPRFontT0pNqqSYAAAQIECBCYCBhBM2Hwzz4FlE2AAAECBLYhIECzDUV5ECBAgAABAvsSaJ7LDHEEzb5slUuAAAECBAjsUKB5UrPDohVFgAABAgQIdEOg17UwgqbX3afyBAgQIECAQCUgQFNJeCdAgACB9gTkTKA9gWaAxgia9qzlTIAAAQIECLQoIEDTIq6sCRDYnYCSCBAYrUDzXOb00UpoOAECBAgQINBrgeZJTa8bo/IEWhSQNQECBAh0U6A5gkaAppv9pFYECBAgQIDAIQICNIcA7W61kggQIECAAIE1BJrnMm5xWgPRJgQIECBAgMAuBWaX1TypmZ3KUgIECBAgQIBANwWMoOlmv6gVAQIECOxTQNm9FBCg6WW3qTQBAgQIECBwpkDzXMYImjNhvBEgQKBNAXkTILB9geZJzfZLkCMBAgQIECBAoD0BI2jas5UzgX0KKJsAAQKjExCgGV2XazABAgQIEBiUQPNcxgiaQXVvm42RNwECBAgQ6JZA86SmW7VTGwIECBAgQIDAYoHujqBZXG9rCRAgQIAAAQJTAgI0UxxmCBAgQIBAfwTUdCLQDNAYQTNh8Q8BAgQIECDQNwEBmr71mPoSIEBgdwJKItAHgea5zOl9qLQ6EiBAgAABAgSaAs2TmuZ68wQIEGhRQNYECBDYWKA5gkaAZmNSGRAgQIAAAQL7EBCg2Ye6MncnoCQCBAgQGLpA81zGLU5D73HtI0CAAAECAwGq2AcAABAASURBVBVontQMtJntNUvOBAgQIECAwF4FjKDZK7/CCRAgQIDAeATabqkATdvC8idAgAABAgTaFGieyxhB06a2vAkQIECgTQF5j1ygeVIzcg7NJ0CAAAECBHomYARNzzpMdQkQ2KeAsgkQ6LKAAE2Xe0fdCBAgQIAAgcMEmucyRtAcJmY9gTYF5E2AAAECaws0T2rWzsiGBAgQIECAAIE9CBhBswf0fRapbAIECBAgMFQBAZqh9qx2ESBAgACBcQhsO0AzDjWtJECAAAECBDonIEDTuS5RIQIECBAYtoDWbVmgeS7jFqctA8uOAAECBAgQ2I1A86RmN6UqhQABAgTaE5AzgXEJGEEzrv7WWgIECBAgMFgBAZrBdq2GEWhPQM4ECBDokEDzXMYImg51jqoQIECAAAECyws0T2qW31JKAu0JyJkAAQIECCwrYATNslLSESBAgAABAp0WGGmAptN9onIECBAgQIDA8gLNcxkjaJa3k5IAAQIECIxAoD9NbJ7U9KfmakqAAAECBAgQKAojaOwFBAgQILBfAaUT2JKAAM2WIGVDgAABAgQI7EWgGaAxgmYv3aBQAgTaFJA3AQLjEBCgGUc/ayUBAgQIEBiqQPNc5vShNlS7CLQoIGsCBAgQ6IBA86SmA1VSBQIECBAgQIDA0gLNETQCNEvT7TKhsggQIECAAIHDBARoDhOyngABAgQIEOiywBnnMmfV0C1OZ1mYIkCAAAECBHok0Dyp6VHVVZUAAQIECOxOQEmdFTCCprNdo2IECBAgQIDAKgICNKtoSUuAAIH2BORMgMB6As1zGSNo1nO0FQECBAgQILBngeZJzZ6r8//Zuw9Y2ar6X+Br/v5tgHqtiKggdixRIdRoKKJEmhikJEiRB2KeogQUDSHAi/ICijyf+ERE/jSlKkQgohRRiooQQJQm8OhIL15Apdz//g3OODPnnnNmzuw9s8vHnH1nl7VX+axjPH6z9h7NEyBAgAABAgRGErCCZiQuhQkQIECAQFkE9GNQQEAzKOKYAAECBAgQqJLA4N8yVtBUafb0lQABAkUKqJtAxQQG/6ipWPd1lwABAgQIEGi4gBU0Df8FMHwC0xTQNgECBPIUENDkqakuAgQIECBAYNICgwGNFTSTngHtFSmgbgIECBBokICApkGTbagECBAgQKCGAoN/yzxTwzEWOCRVEyBAgAABAmURGPyjpiz90g8CBAgQIECgDgLFj2FwBY2ApnhzLRAgQIAAAQIFCAhoCkBVJQECBAhMTkBLjRcY/FvGI06N/5UAQIAAAQIEqikw+EdNNUeh1wQIEChOQM0ECJRbwAqacs+P3hEgQIAAAQJDCghohoRSjEBxAmomQIAAgTEEBv+WsYJmDEy3EiBAgAABAtMTGPyjZno90XJxAmomQIAAAQL1FbCCpr5za2QECBAgQKBRArkENI0SM1gCBAgQIECgTAKDf8tYQVOm2dEXAgQIEKidgAEVJzD4R01xLamZAAECBAgQIJC/gBU0+ZuqkQABAtMU0DaBxgoIaBo79QZOgAABAgRqITAY0FhBU4tpNQgCRQqomwABAuUUENCUc170igABAgQIEBhOYPBvmWeGu00pAgUKqJoAAQIECCxAYPCPmgVU4RYCBAgQIECAwNQEBlfQNCKgmZq2hgkQIECAAIHCBAQ0hdGqmAABAgQIVFagSh0f/FvGI05Vmj19JUCAAAECBLoCg3/UdC/YIUCAAAECxQmomUBuAlbQ5EapIgIECBAgQGCaAgKaaeprmwCB4gTUTIBAUwQG/5axgqYpM2+cBAgQIECgZgKDf9TUbHiGQ6A4ATUTIECAQCkErKApxTToBAECBAgQIDCugIBmXMHi7lczAQIECBAgML/A4N8yVtDMb6YEAQIECBAgUC6Bdm8G/6hpn/QPAQIECBAgQKAiAlbQVGSidJMAAQIEpimg7SoICGiqMEv6SIAAAQIECMwmsPPABStoBkAcEiBAYCICGiFAYGwBAc3YhCogQIAAAQIESiTwTIn6oisECOQooCoCBAjUXUBAU/cZNj4CBAgQINAsAQFNs+Y7z9GqiwABAgQITFVAQDNVfo0TIECAAAECmcAx2XZ0tv0g276fbf8v2w7Ptm9n22HZ9s1sOyTb/ne2fS3b/le27Z9t+2Xb4M/G2YnPZ9v/zLbds223bNsl2+JRqB2yz+2zbbts2zrbtsq2LbNti2zbNNs+lm0F/qiaAAECBAgQIDC7gIBmdhtXCBAgQIBAtQSq29vzsq5HgPI/ss8IVD6bfUbAskf2+cVs2yvbvpRtX8m2fbMtgpkDss8IarKPvp8IYf5vdiYCnu9lnxH4HJV9RgB0bPZ5fLb9ONtOzrZTs+2n2XZGtp2Zbfdnmx8CBAgQIECAwFQEBDRTYdcoAQIEqimg1wQKEjghq/eP2TbNnx9ljf8h2/wQIECAAAECBKYiIKCZCrtGCRCYRcBpAgSaK/B/pjz0b0y5fc0TIECAAAECDRcQ0DT8F6B5wzdiAgQIECipwH9l/bo+26bxE21fPY2GtUmAAAECBAgQ6AgIaDoSeX2qhwABAgQIEFiowLRW0Vg9s9AZcx8BAgQIEGiyQM5jF9DkDKo6AgQIECBAYMEC8ULfmxd898JujDavW9it7iJAgAABAsUKqL1ZAgKaZs230RIgQIAAgbILTHoVjdUzZf+N0D8CBIoUUDcBAiUSENCUaDJ0hQABAgQIEEjx9dh3TMjhO1k7k16xkzXph0CTBIyVAAECBIYVENAMK6UcAQIECBAgMCmBSa2i+eakBqSdAgVUTYAAAQIEaiIgoKnJRBoGAQIECBCokUAENH8teDyHZvXfnm3z/ihAgAABAgQIEJiEgIBmEsraIECAAAECswu4MlPg2exUhDTZRyE/T2e1Wj2TIfghQIAAAQIEyiMgoCnPXOgJAQIEChJQLYFKCnw76/VD2VbET4QzRa/QKaLf6iRAgAABAgRqLCCgqfHkGhqBiQloiAABAvkL/D2rsohVNE9k9frmpgzBDwECBAgQIFAuAQFNueZDb2YRcJoAAQIEGikQAc3fch55rJ4pamVOzl1VHQECBAgQINAkAQHNc7PtXwIECBAgQKB8AhHOREiTV88eySqyeiZD8EOAAAECBBosUNqhC2hKOzU6RoAAAQIECGQC8S6af2SfefzE6pnFeVSkDgIECBAgMLuAKwQWJiCgWZibuwgQIECAAIHJCDyYNZPHKpr7snqsnskQ/BAgUAMBQyBAoJYCAppaTqtBESBAgACBWglEQBNfvT3OoGL1zD/HqcC9BJokYKwECBAgMHkBAc3kzbVIgAABAgQIjCYQX4kdjzqNdte/S9+Z7Vo9kyGU6EdXCBAgQIAAgQEBAc0AiEMCBAgQIECglAKximaEjvUVjdUzfSccECBAgAABAgTKJiCgKduM6A8BAgQIVENALyctcHvW4OHZNurP/89uGGf1TXa7HwIECBAgQIBA8QICmuKNtUCAAIEFCbiJAIEZAgtZRePRphmMThAgQIAAAQJlFBDQlHFW9InAZAS0QoAAgaoJ3Jx1+MhsG/bnhqzg97LNDwECBAgQIECg9AICmtJPUZU7qO8ECBAgQCB3gVFW0Vg9kzu/CgkQIECAAIGiBKod0BSlol4CBAgQIECgrALXZR37r2yb7+earMAPs80PAQIECBAgUAeBBoxBQNOASTZEAgQIECBQM4FhXvrrm5tqNumGQ4AAgaIF1E9g2gICmmnPgPYJECBAgACBUQWuzm74UbbN9nNFduG4bPNDgACBMgnoCwECBOYUENDMyeMiAQIECBAgUFKBud5FY/VMSSdNt4oWUD8BAgQIVFlAQFPl2dN3AgTyFliSVWhLiQGDKvwO/CH77+tsPydmF6owhur10X83zFk+vwPZf0X9ECBAgMCggIBmUMQxAQIECBAgMDUBDRMgQIAAAQIEmiogoGnqzBs3AQIEmilg1AQIECBAgAABAgRKKSCgKeW06BQBAtUV0HMCBAgQIECAAAECBAiMLiCgGd3MHQSmK6B1AgQIECBAgAABAgQIEKidgICmdlM6/oDUQIAAAQIECBAgQIAAAQIECExWYBoBzWRHqDUCBAgQIECAAAECBAgQIEBgGgLaHEFAQDMClqIECBAgQIAAAQIECBAgUCYBfSFQHwEBTX3m0kgIEChYYMmSJcnGwO+A3wG/A34H/A7M/TtQ8P8cT756LRIgQGBCAgKaCUFrhgABAgQIECBAgMDSBJwjQIAAAQIhIKAJBRsBAgQIECBAoL4CRkaAAAECBAhUQEBAU4FJ0kUCBAgQIFBuAb0jQIAAAQIECBAYV0BAM66g+wkQIECgeAEtECBAgAABAgQIEKi5gICm5hNseAQIDCegFAECBAgQIECAAAECBKYpIKCZpr62myRgrAQIECBAgAABAgQIECBAYFYBAc2sNFW7oL8ECBAgQIAAAQIECBAgQIBAVQWGD2iqOkL9JkCAAAECBAgQIECAAAECBIYXUHIqAgKaqbBrlAABAgQIECBAgAABAs0VMHICBGYKCGhmmjhDgAABAgQIECBAgEC1BfSeAAEClRMQ0FRuynSYAAECBAgQIEBg+gJ6QIAAAQIE8hUQ0OTrqTYCBAgQIECAQD4CaiFAgAABAgQaJSCgadR0GywBAgQIEPi3gD0CBAgQIECAAIHyCAhoyjMXekKAAIG6CRgPAQIECBAgQIAAAQJDCghohoRSjACBMgroEwECBAgQIECAAAECBOohIKCpxzwaRVEC6iVAgAABAgQIECBAgAABAhMQENBMAHmuJlwjQIAAAQIECBAgQIAAAQIE6i8w3wgFNPMJuU6AAAECBAgQIECAAAECBMovoIcVFxDQVHwCdZ8AAQIECBAgQIAAAQKTEdAKAQJFCghoitRVNwECBAgQIECAAAECwwsoSYAAgQYLCGgaPPmGToAAAQIECBBomoDxEiBAgACBsgoIaMo6M/pFgAABAgQIVFFAnwkQIECAAAECCxIQ0CyIzU0ECBAgQGBaAtolQIAAAQIECBCoo4CApo6zakwECBAYR8C9BAgQIECAAAECBAhMXEBAM3FyDRIgQIAAAQIECBAgQIAAAQIE+gUENP0ejuohYBQECBAgQIAAAQIECBAgQKBSAgKaBU2XmwgQIECAAAECBAgQIECAAIH6C0xuhAKayVlriQABAgQIECBAgAABAgQI9As4IvAvAQHNvyB8ECBAgAABAgQIECBAoI4CxkSAQDUEBDTVmCe9JECAAAECBAgQIFBWAf0iQIAAgRwEBDQ5IKqCAAECBAgQIECgSAF1EyBAgACB+gsIaOo/x0ZIgAABAgQIzCfgOgECBAgQIEBgygICmilPgOYJECBAoBkCRkmAAAECBAgQIEBgLgEBzVw6rhEgQKA6AnpKgAABAgQIECBAgECFBQQ0FZ48XScwWQGtESBAgAABAgQIECBAgEDw9JvdAAAQAElEQVRRAgKaomTVO7qAOwgQIECAAAECBAgQIECAQEMFGhXQNHSODZsAAQIECBAgQIAAAQIECDRKoIqDFdBUcdb0mQABAgQIECBAgAABAgSmKaBtArkLCGhyJ1UhAQIECBAgQIAAAQIExhVwPwECTRMQ0DRtxo2XAAECBAgQIECAQAjYCBAgQKBUAgKaUk2HzhAgQIAAAQIE6iNgJAQIECBAgMDwAgKa4a2UJECAAAECBMoloDcECBAgQIAAgdoICGhqM5UGQoAAAQL5C6iRAAECBAgQIECAwGQEBDSTcdYKAQIEli7gLAECBAgQIECAAAECBDIBAU2G4IdAnQWMjQABAgQIECBAgAABAgTKLyCgKf8clb2H+keAAAECBAgQIECAAAECBAiMKVCBgGbMEbqdAAECBAgQIECAAAECBAgQqIBAs7sooGn2/Bs9AQIECBAgQIAAAQIEmiNgpARKLCCgKfHk6BoBAgQIECBAgAABAtUS0FsCBAgsVEBAs1A59xEgQIAAAQIECBCYvIAWCRAgQKCmAgKamk6sYREgQIAAAQIEFibgLgIECBAgQGAaAgKaaahrkwABAgQINFnA2AkQIECAAAECBGYICGhmkDhBgAABAlUX0H8CBAgQIECAAAECVRMQ0FRtxvSXAIEyCOgDAQIECBAgQIAAAQIEchUQ0OTKqTICeQmohwABAgQIECBAgAABAgSaJCCgadJs947VPgECBAgQIECAAAECBAgQIFAagcICmtKMUEcIECBAgAABAgQIECBAgACBwgRUnI+AgCYfR7UQIECAAAECBAgQIECAQDECaiXQCAEBTSOm2SAJECBAgAABAgQIEJhdwBUCBAhMX0BAM/050AMCBAgQIECAAIG6CxgfAQIECBCYR0BAMw+QywQIECBAgACBKgjoIwECBAgQIFBtAQFNtedP7wkQIECAwKQEtEOAAAECBAgQIFCggICmQFxVEyBAgMAoAsoSIECAAAECBAgQaK6AgKa5c2/kBJonYMQECBAgQIAAAQIECBAoqYCApqQTo1vVFNBrAgQIECBAgAABAgQIECCwEAEBzULUpnePlgkQIECAAAECBAgQIECAAIEaCgwENDUcoSERIECAAAECBAgQIECAAAECAwIOyyYgoCnbjOgPAQIECBAgQIAAAQIE6iBgDAQIjCQgoBmJS2ECBAgQIECAAAECBMoioB8ECBCok4CApk6zaSwECBAgQIAAAQJ5CqiLAAECBAhMTEBAMzFqDREgQIAAAQIEBgUcEyBAgAABAgSeExDQPOfgXwIECBAgUE8BoyJAgAABAgQIEKiEgICmEtOkkwQIECivgJ4RIECAAAECBAgQIDC+gIBmfEM1ECBQrIDaCRAgQIAAAQIECBAgUHsBAU3tp9gA5xdQggABAgQIECBAgAABAgQITFdAQDMJf20QIECAAAECBAgQIECAAAEC9RcYY4QCmjHw3EqAAAECBAgQIECAAAECBCYpoK36Cgho6ju3RkaAAAECBAgQIECAAIFRBZQnQGBKAgKaKcFrlgABAgQIECBAgEAzBYyaAAECBJYmIKBZmopzBAgQIECAAAEC1RXQcwIECBAgUEEBAU0FJ02XCRAgQIAAgekKaJ0AAQIECBAgkLeAgCZvUfURIECAAIHxBdRAgAABAgQIECDQMAEBTcMm3HAJECDwnIB/CRAgQIAAAQIECBAok4CApkyzoS8E6iRgLAQIECBAgAABAgQIECAwtICAZmgqBcsmoD8ECBCogsDixYvTeuutl1qtVmHbSiutlO65554qcMzax+h/jKPVes5p2WWXTVdcccWs5fO88PTTT6fttttuxvwccMABeTajLgIECBAgQIDAnAICmtl5XCFAgAABAgQaIHD99denc845Z8ZITz755HTvvffOOO8EAQIECBAgUDuBUgxIQFOKadAJAgQIECBAYFoCF154YXrkkUdmNB/Bza9+9asZ550gQIAAAQKjC7iDwPwCApr5jZQgQIAAAQIEairw6KOPphNOOKE7ular1d2PnWOOOSY9+eSTsWsjQIBAuQX0jgCBygsIaCo/hQZAgAABAlUT2GGHHdKSJUty22677ba0wgorVI2hFP295ppr+t51s9VWW6VVV12127dYQXPVVVd1j+0QaLKAsRMgQIBAsQICmmJ91U6AAAECBAiUVCBCspNOOinFS4I7Xdx8883TGmus0TlM//znP9MvfvGL7rGdQgVUToAAAQIEGi0goGn09Bs8AQIECBBokkD/WO+77750/vnnd08us8wy6Z3vfGfacsstu+dix8uCQ8FGgAABAgQIFC0goClaWP0ECBAg0BwBI62UQDy+FC8C7nQ6Hm1aZZVV0mqrrZZWWmmlzukUZaJs94QdAgQIECBAgEABAgKaAlBVSYAAgaIE1EuAQD4C8VjTaaed1lfZ2muvnV7+8pen173udWn99dfvu+ZlwX0cDggQIECAAIECBAQ0BaCqkkCFBXSdAIGaCRx88MGp1Wp1tzPPPLM7wqeeeirF8cYbb5xe8YpXdMu84AUvSO973/vSoYcemh588MFu+VF3ov5f/vKXadttt+2rf7nllmuf+/3vf99+UfKo9eZRPlbF9D7e1Gq1Urx/JuputVppm222aXvEcWyxgmYhLwuey/+xxx5rG7/3ve9Nz3ve89rttVqttOKKK6bdd989XXvttUP7LF68OK233nrdOmIF0D333BNdb2833HBDu86ou9V67vch2oy2x53ndgP+IUCAAAECBMYWENCMTaiC0QSUJkCAAIEyCPz6179uv28lQol4Ce7DDz/c7VYEK1dffXXae++906te9ar0pS99KT355JPd6/PtxMt3L7jggnb9H/3oR1O8w6W3/scff7x9bq211moHIQ899NB8VeZ+/eyzz06PPPJIt963v/3t6T3veU/3+P3vf3+Kc50T8bLgE088sXM41mf4nHXWWekNb3hD2zi+SerZZ5/t1nn33Xen73//++ld73pXWnPNNdONN97YvTbqTsxbzN873vGOdp1Rd6eOaDPa7szzHnvskWJuOtd9EiBAgAABApMVqF9AM1k/rREgQIAAgUoJRDhw+OGHpw022CDdfPPNQ/X9m9/8ZvrEJz6RHn300XnLR7jz9a9/PW244YZD1X/qqaemrbbaKk0ypIlxnH766X1j2WijjdLyyy/fPRf7ca57Its599xz07333pvtLfwn/E855ZS0xRZbpFhBM19Nf/jDH1KERREozVd28HqEM5///OdTzN/gtaUdf+c732mvwrnzzjuXdtk5AgQIECBQPoGa9UhAU7MJNRwCBAgQIDCXwI9//OP0hS98IcXqiU65eBxmhx12SLvuums7WHn+85/fudT9POecc9IRRxzRPV7aToQPhx12WNpvv/1mXI46I5SINuJz2WWX7ZaJx4ciSIhAoXuywJ0IPS677LJuC//5n/+Ztt566+5xZyfOxbXOcTwWFX3tHC/k85JLLkmf/vSn+/zjnTcd/9VXX31GtU888UTafvvtU2+fZxQaOPHMM8+0g5kf/vCHfVei/piDaC/a7buYHVx++eVpp512GiqMy4r7IUCAQO0FDJDAJAUENJPU1hYBAgQIEJiyQDxu1Aln4uukb7nllnTrrbemY489Nh155JHpvPPOa/+f8wMPPHBGT4855pg5V5BcfPHFM8KZCGaOOuqo9qMzZ5xxRruN+IxVLPF+mnjMJxqK4OP++++P3UK3CJGi/fjsNBTf2tT7eFPnfJyLa53j+AyDcYKkQw45JEXgEnW9+c1vbn/Nd6xY6fhHePTAAw+kCFCiTGeLx7F23HHHFGU75+b6vOuuu9L3vve9bpGY6zvuuCNF/THP0V7UdeWVV6Z4/KlbMNuJd/N85StfSfEi5ezQDwECxQqonQABAl0BAU2Xwg4BAgQIEGiOwEEHHZTi8aI3velNMwb94he/uB20xAtuey/GCpJ4sW/vuc5+hBYRPsS7WjrnFi1alC688MK0yy67pAhqOufjM15QG48QXXTRRemtb31rnJrIFu9gife/9DYW4cXLXvay3lPt/TgXL1BuH/zrnwiSFvKy4H/d3v344Ac/mCLQikfNWq1W93zsvPKVr0xHH310ijmK484W/hF2dY6H/dx///3b7/x5/etf33dLq9VK8TLoWNUz+K1V0X6EOX03OKiogG4TIECAQFUEBDRVmSn9JECAAIHaCBx33HHdb9tptVpj7ceqilFhNt100/TFL36x/c1Bs93barVS1D24uuJPf/rTUm+J0CJWxPRejHearLPOOr2nZuzH41XHH398WmaZZWZcK+JEBEK33XZbt+pFWYi0ySabdI8HdzbbbLO+vkUA9aMf/Sj1rsAZvGe+41VWWSXF78BrX/vaWYtGgBUv743HjXoLxQqoUd6DE/fvu+++MwKy3jrjG7wikIl+dc6PNM7OTT4JECBAgACBsQQENGPxuZkAAQIECFRPIN5BEqtk5ut5rOSIbxLqLRdf19x73NmPVSnxf+o7x/HtQxFudI7n+lxjjTXSzjvvPGuRvC78/e9/TxEG9dYX/YxHjXrP9e6vuuqqKVa79J6LR4Duu+++3lMj7e+5555p5ZVXnveeWHX0uc99ri8gilU0s61iGqxw0aJFaa+99poznOncE/3ZbbfdOoftz5jTWHHUPvAPAQIECBAgULiAgKZwYg0QIECAQMkFGtW9WLXx7ne/e6gxxwty3/72t89bdvHixSkek+ktGN/iFI8I9Z6bbb/VaqVtt902RXuzlcnj/E033ZQuvfTSvqri8aa5wqq4FmV6b4qQJB516j037P6KK66Y5lqxM1hPBGTrrbde3+l4T1DfiVkO4vGswRVQsxRtn958881TrKZpH2T/3H777em6667L9vwQIECAAAECkxAQ0ExCWRsECDRcwPAJlEfgLW95S3r1q189dIde+tKXzls2VpP0rqxptVpp/fXXn/e+3gLxHpo3vvGNvady3z/ttNNSvGy3U3GEVfEenM7xbJ9RJsr2Xl/oy4LXWmut1Hkxcm99s+2/6EUvSuuuu27f5Wuvvbb90uW+k0s5iEfZRgm94h01sWKoU1U8xvXHP/6xc+iTAAECBAgQKFhAQFMwsOoJTERAIwQIVEogvqEn/s9vHlt8G88og3/hC1+Y/uM/8v2f/wcffLD9zU+dfiy33HIjhUBxX9yztBcWx7U8tvjWqHPOOaevqliZMkwoFGWibO/NsYLmqquu6j011P4HPvCBkVcKxbdJ9Vb+l7/8JT322GO9p2bsx8qft73tbTPOz3XiJS95Sep9D02Uvfrqq+PDRoAAAQIECExAIN+/0CbQYU1MR0CrBAgQIFAPgXjEZtlll811MH/9619TfItTp9KXv/zl6TWveU3ncKjP6FP0bajCCygU30h02WWX9d25xRZbDBWWxCqUKNt7c7xvZyEvCx7lkaNOe+EZ0IxKxAAAEABJREFUfegcR9u93p3zvZ/xqNIKK6zQe2qo/VhF01vw8ccfT08//XTvKfsECBAgQIBAQQJlCWgKGp5qCRAgQIAAgaYLxEqlM844Y8Y3L2233XZDf4NWlB10jDpvvfXWwdNzHseLf+cssJSLsRrmBS94QfdKrJ55+OGHu8dL24lvgYptadfmOjf4SNsDDzyQ4uXKc93jGgECBAgQGFFA8VkEBDSzwDhNgAABAgQI1EPg1ltvTRGm5D2au+66Kw37jUp5t60+AgQIEJhLwDUC1RQQ0FRz3vSaAAECBAgQGFIgQpQIU4YsPlKxhb4seJRGYrVM7yNNr3rVq9LrXve6UaoYuuyg00orrZTi/UBDV6AggaYIGCcBAgQKEBDQFICqSgIECBAg0CSBCAuWWWaZ7pDjsZi77767ezzMTrznJN53MkzZUcpEsBEhSu898ZLkeN9NfJvSqNvgI0qjviw4XvDb25dh9uORpnhMq1M2ApPBfnSudT4j1Ilv1+ocD/MZbcQLn3vLDvtV6b332M9HQC0ECBAg0DwBAU3z5tyICRAgQIBArgLLL798ihfZdip94okn0uBKjM612T7/9re/pdtuu222yws+f/PNN894DOmzn/1suuOOO9Ltt98+8vatb32rry/xwt5RXhYcj1v1VTDEwRVXXNFXauWVV553VcvixYvT/fff33ffwMGMw0ceeSTdeOONfeff9a539R07IECAAAECBIoTENAUZ6tmAgQIECDQCIEIZwa/nei8884baey33HJLuvbaa0e6Z5jCp512WorgoVM2vg1p2223bb8cuHNulM8NN9wwxTck9d4T77cZNniJb5J69NFHe2+fcz+ClksuuaSvzIc+9KH0ohe9qO/c4EGshrn44osHT895PDgHsSpq9dVXn/MeFwkQIECAAIH8BAQ0+VmqiQABAgQmKaCt0ggsu+yyaaONNurrz89//vP2KpW+k3McnHnmmSlW3sxRZORL8ZjP2Wef3Xffaqutlt7znvf0nRvl4K1vfWv6yEc+0ndLrBa69NJL+87NdnDllVeOFERdc8016be//W23uvg2pwhouifm2DnnnHPSKGHQ4ByE01ve8pY5WnCJAAECBAgQyFNAQJOnproIEKiVgMEQIDC8wCabbJIWLVrUveGmm25KRx55ZIqVHN2Ts+x0ys5yecGn4+XAg48Hbbnllmmc96rECpwdd9xxxgqc448/PsX7bubrbDwSddBBBw1VNuqLsnFPp971118/ve997+sczvkZ4z/xxBPnLNO5+Oc//zl997vf7Ry2P7fffvuxrNqV+IcAAQIECBAYWkBAMzSVggRyF1AhAQIEaiMQ7yqJ4KJ3QBEuHHvssXOGNA899FDabbfd0j333NN769j7EQydddZZfW0vWrQoRZA0buVrrrlmipU4vfWM8rLg6NfBBx+cnnrqqd4q+vbj2n777ZeibOdCq9VqW734xS/unJr386tf/Wo677y5Hze7884700477ZTi5c6dCmPlzBZbbNE59EmAAAECBAhMQEBAMwHk6TWhZQIECBAgMBmBVquV9txzzxSPAHVafPbZZ9POO++c9thjjxTfRNQ5H58RoFx11VVp3XXXTRFuxLk8t3gnTLwbprfOddZZJ0Xw0HtuIfvxzp3BoCdWuYzysuADDzwwbbPNNinCkcE+xLmtttoqHXrooX2X4txmm23Wd26+g3j/zsc+9rF0yCGHzFi1E3NwwQUXpHC5/PLL+6raf//9U3zDVd9JBwQIECBAgEChAuMFNIV2TeUECBAgQKCeAscdd1z7EZlWq5Xb53rrrZfihbLTFFtppZXSCSec0PeoU/Tn8MMPb3/LU6w8idUyEUy89rWvTe9///vT9ddfn4r4T7wTJt4N01v3pz71qXlfrttbfq79CEtiRU5vmQiEIhjqPTe432q1uqdOP/30dgjy7ne/O+2yyy7tLV62HMHIz372s2652Ing6xvf+EZ6/vOfH4dDba3Wc23Fapx99tmn/bjShz/84fYqnJiDeNlxvPQ4vtGqt8Jdd921HR71nrNPgAABAgQSgsIFBDSFE2uAAAECBAg0R2CNNdZIp5566oyQJlbTxDcY/eAHP0innHJKuu+++/pQNt5441weP4pK490t8U6Y2O9sK664YoqAKOX0nwhSItzorS4CocGXEvdej/2tt9467b777rHb3eL9L0cffXSK7YYbbuie7+zENynFSpcIwDrnhvk87LDDUjx61ikbQc3555+fOnMQq2s61zqfe+21V/tdNKMEQZ17fRIgQGBcAfcTaLqAgKbpvwHGT4AAAQIEchaIVRrx7UPxQt5hqt57773TT3/60/TKV75ymOLzlomv677ooov6yn384x9PK6+8ct+5cQ7iZcGximawjnhnTAREg+c7xy984QtTrCj69re/Pe9qmAhJ4l01v/nNb9LrX//6ThVDf66yyiop7v3kJz857z1vfvObU4Q3o67SmbdiBQiUS0BvCBAgUGoBAU2pp0fnCBAgQIBANQUiUPjJT36SYnXIZz7zmfTGN76xbyARCOy7777p9ttvTxEKjPLi276KlnIw+HXRrVYrbbrppu3HyZZSfMGn1l9//RQraXoriPfpxLt1es8N7j/vec9rv5fntttuS2HQuzImQplY6XPUUUe1X9r75S9/OY1jE48xnXzyyel3v/td+7Gl+Er0Tn/iXTrxqNO5556bYuXOBhtskLtRp63mfBopAQIECBBYuICAZuF27iRAgAABAvMKLLfccunCCy9M8ULWIrdoI9oa7FC8e6S33fhWpcEycx2Pc3+r1UqrrrpqOuKII1KEEb39iK/W/trXvtZ+B0un/ehbp8zjjz8+45uSOuXm+zzggAP6vOPxqniEar77Rr2+/PLLp+uuu66vrX/84x9p7bXXHqqqFVZYIYVBvLemM+542XCEKfFOmpe+9KUz61nAmVar1X6866STTmq/p6jTVnyDVpyLFU8RGi2garcQIECAAAECOQoIaHLEVBUBAgQIEKi6gP4TIECAAAECBAhMR0BAMx13rRIgQKCpAsZNgAABAgQIECBAgMBSBAQ0S0FxigCBKgvoOwECBAgQIECAAAECBKonIKCp3pzp8bQFtE+AAAECBAgQIECAAAECBHIWENDkDJpHdeogQIAAAQIECBAgQIAAAQIE6i/QO0IBTa+GfQIECBAgQIAAAQIECBAgUB8BI6mQgICmQpOlqwQIECBAgAABAgQIECiXgN4QIJCXgIAmL0n1ECBAgAABAgQIECCQv4AaCRAg0BABAU1DJtowCRAgQIAAAQIEli7gLAECBAgQKIOAgKYMs6APBAgQIECAQC0F9tlnn7RkyZLuduyxxxYyzuWWWy5deOGF3XaWLFmSNttss0LaUikBAgQIECBQjICAphhXtRIgQIAAgQkKaIoAAQIECBAgQKDqAgKaqs+g/hMgQGASAtogQIAAAQIECBAgQKBQAQFNobwqJ0BgWAHlCBAgQIAAAQIECBAg0GQBAU2TZ79ZYzdaAgQIECBAgAABAgQIECBQWgEBTW5ToyICBAgQIECAAAECBAgQIECg/gLFjFBAU4yrWgkQIECAAAECBAgQIECAwMIE3NVIAQFNI6fdoAkQIECAAAECBAgQaLKAsRMgUD4BAU355kSPCBAgQIAAAQIECFRdQP8JECBAYEQBAc2IYIoTIECAAAECBAiUQUAfCBAgQIBAvQQENPWaT6MhQIAAAQIE8hJQDwECBAgQIEBgggICmglia4oAAQIECPQK2CdAgAABAgQIECDQERDQdCR8EiBAoH4CRkSAAAECBAgQIECAQEUEBDQVmSjdJFBOAb0iQIAAAQIECBAgQIAAgTwEBDR5KKqjOAE1EyBAgAABAgQIECBAgACBBgg0PqBpwBwbIgECBAgQIECAAAECBAgQaLxA2QEENGWfIf0jQIAAAQIECBAgQIAAgSoI6COBsQQENGPxuZkAAQIECBAgQIAAAQKTEtAOAQJ1FhDQ1Hl2jY0AAQIECBAgQIDAKALKEiBAgMDUBAQ0U6PXMAECBAgQIECgeQJGTIAAAQIECCxdQECzdBdnCRAgQIAAgWoK6DUBAgQIECBAoJICAppKTptOEyBAgMD0BLRMgAABAgQIECBAIH8BAU3+pmokQIDAeALuJkCAAAECBAgQIECgcQICmsZNuQETSIkBAQIECBAgQIAAAQIECJRLQEBTrvmoS2+MgwABAgQIECBAgAABAgQIEBhBoKIBzQgjVJQAAQIECBAgQIAAAQIECBCoqEBzui2gac5cGykBAgQIECBAgAABAgQIDAo4JlASAQFNSSZCNwgQIECAAAECBAgQqKeAUREgQGAYAQHNMErKECBAgAABAgQIECivgJ4RIECAQA0EBDQ1mERDIECAAAECBAgUK6B2AgQIECBAoGgBAU3RwuonQIAAAQIE5hdQggABAgQIECDQcAEBTcN/AQyfAAECTREwTgIECBAgQIAAAQJlFhDQlHl29I0AgSoJ6CsBAgQIECBAgAABAgQWLCCgWTCdGwlMWkB7BAgQIECAAAECBAgQIFBXAQFNXWd2IeNyDwECBAgQIECAAAECBAgQIDAVgYkGNFMZoUYJECBAgAABAgQIECBAgACBiQpobHQBAc3oZu4gQIAAAQIECBAgQIAAgekKaJ1A7QQENLWbUgMiQIAAAQIECBAgQGB8ATUQIEBgsgICmsl6a40AAQIECBAgQIDAcwL+JUCAAAECPQICmh4MuwQIECBAgACBOgkYCwECBAgQIFAdAQFNdeZKTwkQIECAQNkE9IcAAQIECBAgQCAnAQFNTpCqIUCAAIEiBNRJgAABAgQIECBAoBkCAppmzLNREiAwm4DzBAgQIECAAAECBAgQKIGAgKYEk6AL9RYwOgIECBAgQIAAAQIECBAgMJ+AgGY+ofJf10MCBAgQIECAAAECBAgQIECg4gJDBDQVH6HuEyBAgAABAgQIECBAgAABAkMIKDJNAQHNNPW1TYAAAQIECBAgQIAAgSYJGCsBArMKCGhmpXGBAAECBAgQIECAAIGqCegvAQIEqiogoKnqzOk3AQIECBAgQIDANAS0SYAAAQIEChEQ0BTCqlICBAgQIECAwEIF3EeAAAECBAg0UUBA08RZN2YCBAgQaLaA0RMgQIAAAQIECJROQEBTuinRIQIECFRfwAgIECBAgAABAgQIEBhNQEAzmpfSBAiUQ0AvCBAgQIAAAQIECBAgUCsBAU2tptNg8hNQEwECBAgQIECAAAECBAgQmJyAgGZy1v0tOSJAgAABAgQIECBAgAABAgTqLzDkCAU0Q0IpRoAAAQIECBAgQIAAAQIEyiigT/UQENDUYx6NggABAgQIECBAgAABAkUJqJcAgQkICGgmgKwJAgQIECBAgAABAgTmEnCNAAECBAQ0fgcIECBAgAABAgTqL2CEBAgQIECg5OjKIbgAAAccSURBVAICmpJPkO4RIECAAAEC1RDQSwIECBAgQIDAOAICmnH03EuAAAECBCYnoCUCBAgQIECAAIEaCwhoajy5hkaAAIHRBJQmQIAAAQIECBAgQGBaAgKaaclrl0ATBYyZAAECBAgQIECAAAECBJYqIKBZKouTVRXQbwIECBAgQIAAAQIECBAgUEUBAc1os6Y0AQIECBAgQIAAAQIECBAgUH+BiY9QQDNxcg0SIECAAAECBAgQIECAAAECBPoFBDT9Ho4IECBAgAABAgQIECBQDwGjIECgUgICmkpNl84SIECAAAECBAgQKI+AnhAgQIBAfgICmvws1USAAAECBAgQIJCvgNoIECBAgEBjBAQ0jZlqAyVAgAABAgRmCjhDgAABAgQIECiHgICmHPOgFwQIECBQVwHjIkCAAAECBAgQIDCEgIBmCCRFCBAgUGYBfSNAgAABAgQIECBAoPoCAprqz6EREChaQP0ECBAgQIAAAQIECBAgULCAgKZgYNUPI6AMAQIECBAgQIAAAQIECBBotkAzAppmz7HREyBAgAABAgQIECBAgACBZghUeJQCmgpPnq4TIECAAAECBAgQIECAwGQFtEagKAEBTVGy6iVAgAABAgQIECBAgMDoAu4gQKChAgKahk68YRMgQIAAAQIECDRVwLgJECBAoIwCApoyzoo+ESBQSoFWq5VaLVurxaDVYtBqMWi1GLRasxg43+j/vSjl/4jrFAECBCogIKCpwCTpIgECBAgQINAv4IgAAQIECBAgUDcBAU3dZtR4CBAgQCAPAXUQIECAAAECBAgQmKiAgGai3BojQIBAR8AnAQIECBAgQIAAAQIE/i0goPm3hT0C9RIwGgIECBAgQIAAAQIECBCojICApjJTVb6O6hEBAgQIECBAgAABAgQIECCQj0CZA5p8RqgWAgQIECBAgAABAgQIECBAoMwC+pYJCGgyBD8ECBAgQIAAAQIECBAgUGcBYyNQfgEBTfnnSA8JEJicQCtrypYSAwZ+B/wO+B3wO1Dk70Cq5X8MigABAmMKCGjGBHQ7AQIECBAgQIAAgUkIaIMAAQIE6i0goKn3/BodAQIECBAgQGBYAeUIECBAgACBKQoIaKaIr2kCBAgQINAsAaMlQIAAAQIECBCYTUBAM5uM8wQIECBQPQE9JkCAAAECBAgQIFBRAQFNRSdOtwkQmI6AVgkQIECAAAECBAgQIFCEgICmCFV1Eli4gDsJECBAgAABAgQIECBAoIECAprGTboBEyBAgAABAgQIECBAgAABAmUTyD+gKdsI9YcAAQIECBAgQIAAAQIECBDIX0CNuQoIaHLlVBkBAgQIECBAgAABAgQI5CWgHgJNEhDQNGm2jZUAAQIECBAgQIAAgV4B+wQIECiNgICmNFOhIwQIECBAgAABAvUTMCICBAgQIDCcgIBmOCelCBAgQIAAAQLlFNArAgQIECBAoBYCAppaTKNBECBAgACB4gTUTIAAAQIECBAgULyAgKZ4Yy0QIECAwNwCrhIgQIAAAQIECBBovICApvG/AgAINEHAGAkQIECAAAECBAgQIFBuAQFNuedH76oioJ8ECBAgQIAAAQIECBAgQGAMAQHNGHiTvFVbBAgQIECAAAECBAgQIECAQH0FOgFNfUdoZAQIECBAgAABAgQIECBAgEBHwGdJBQQ0JZ0Y3SJAgAABAgQIECBAgEA1BfSaAIGFCAhoFqLmHgIECBAgQIAAAQIEpiegZQIECNRQQEBTw0k1JAIECBAgQIAAgfEE3E2AAAECBCYtIKCZtLj2CBAgQIAAAQIpMSBAgAABAgQI9AkIaPo4HBAgQIAAgboIGAcBAgQIECBAgECVBAQ0VZotfSVAgECZBPSFAAECBAgQIECAAIHcBAQ0uVGqiACBvAXUR4AAAQIECBAgQIAAgaYICGiaMtPGuTQB5wgQIECAAAECBAgQIECAQCkEBDSFToPKCRAgQIAAAQIECBAgQIAAgfoLjD9CAc34hmogQIAAAQIECBAgQIAAAQLFCqi99gICmtpPsQESIECAAAECBAgQIEBgfgElCBCYroCAZrr+WidAgAABAgQIECDQFAHjJECAAIE5BAQ0c+C4RIAAAQIECBAgUCUBfSVAgAABAtUVENBUd+70nAABAgQIEJi0gPYIECBAgAABAgUJCGgKglUtAQIECBBYiIB7CBAgQIAAAQIEmikgoGnmvBs1AQLNFTByAgQIECBAgAABAgRKKCCgKeGk6BKBagvoPQECBAgQIECAAAECBAiMKiCgGVVM+ekL6AEBAgQIECBAgAABAgQIEKiZgIBmKRPqFAECBAgQIECAAAECBAgQIFB/gTKNUEBTptnQFwIECBAgQIAAAQIECBCok4CxEBhaQEAzNJWCBAgQIECAAAECBAgQKJuA/hAgUBeB/wYAAP//61J9JgAAAAZJREFUAwBKWeU9WseNsAAAAABJRU5ErkJggg=="/>
          <p:cNvSpPr>
            <a:spLocks noChangeAspect="1" noChangeArrowheads="1"/>
          </p:cNvSpPr>
          <p:nvPr/>
        </p:nvSpPr>
        <p:spPr bwMode="auto">
          <a:xfrm>
            <a:off x="1933863" y="88668"/>
            <a:ext cx="4854863" cy="562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525" y="68921"/>
            <a:ext cx="3765838" cy="4377045"/>
          </a:xfrm>
          <a:prstGeom prst="rect">
            <a:avLst/>
          </a:prstGeom>
        </p:spPr>
      </p:pic>
      <p:pic>
        <p:nvPicPr>
          <p:cNvPr id="1030" name="Picture 6" descr="Top 15 best to do list apps 2025 (free and paid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853" y="717856"/>
            <a:ext cx="6353472" cy="367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BDDD243-ED5F-4896-B18B-ABCF4B7E1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19E6BB3-DF2B-4751-97C5-B3DB949AED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Module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659710"/>
            <a:ext cx="8790039" cy="3279861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1. Dashboard / Home:</a:t>
            </a:r>
            <a:r>
              <a:rPr lang="en-US" sz="2000" dirty="0"/>
              <a:t> Shows total, completed, and pending tasks with quotes.</a:t>
            </a:r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b="1" dirty="0"/>
              <a:t>2. Task Management:</a:t>
            </a:r>
            <a:r>
              <a:rPr lang="en-US" sz="2000" dirty="0"/>
              <a:t> Add, edit, delete, and filter tasks with priorities.</a:t>
            </a:r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b="1" dirty="0"/>
              <a:t>3. Category / Planner:</a:t>
            </a:r>
            <a:r>
              <a:rPr lang="en-US" sz="2000" dirty="0"/>
              <a:t> Organize tasks under custom categories.</a:t>
            </a:r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b="1" dirty="0"/>
              <a:t>4. Reminder &amp; Calendar:</a:t>
            </a:r>
            <a:r>
              <a:rPr lang="en-US" sz="2000" dirty="0"/>
              <a:t> Alerts for due dates and deadlines.</a:t>
            </a:r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b="1" dirty="0"/>
              <a:t>5. Notes / Progress Tracker:</a:t>
            </a:r>
            <a:r>
              <a:rPr lang="en-US" sz="2000" dirty="0"/>
              <a:t> Write notes and view progress visually.</a:t>
            </a:r>
            <a:endParaRPr lang="en-IN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A61721DD-D110-44EE-82A7-D56AB687E6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xmlns="" id="{35BE159A-7B15-B74E-A3ED-EB3B00138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BDDD243-ED5F-4896-B18B-ABCF4B7E1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19E6BB3-DF2B-4751-97C5-B3DB949AED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Core Logic &amp; Algorithm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A61721DD-D110-44EE-82A7-D56AB687E6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xmlns="" id="{FC2D087B-D0B9-439D-6EBF-6AF835916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532E5DB1-4A23-3165-B8D0-7D384F393B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938" y="1153678"/>
            <a:ext cx="813556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adds a new task (input through text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validates the task and saves it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is displayed instantly on the dashboard using DOM updates.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can edit, delete, or mark as complete — changes update in real-time.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Progress and streaks are calculated based on completed tasks.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BDDD243-ED5F-4896-B18B-ABCF4B7E1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19E6BB3-DF2B-4751-97C5-B3DB949AED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Implementation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A61721DD-D110-44EE-82A7-D56AB687E6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xmlns="" id="{915A21A8-574E-A5A8-D714-035F32D84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011B50DD-E297-7A2E-593F-AEBF9CBD27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56619" y="1216132"/>
            <a:ext cx="81509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 builds the structure of pages (dashboard, tasks, reports).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CSS adds colorful, light/dark mode designs.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JavaScript handles all task logic, events, and reminders.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keeps user data even after page refresh.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BDDD243-ED5F-4896-B18B-ABCF4B7E1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19E6BB3-DF2B-4751-97C5-B3DB949AED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Output Screens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388475"/>
            <a:ext cx="3857509" cy="36068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A61721DD-D110-44EE-82A7-D56AB687E6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xmlns="" id="{E506953F-628C-FDA4-5A94-75BE52B9A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509" y="634070"/>
            <a:ext cx="5434610" cy="26877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BDDD243-ED5F-4896-B18B-ABCF4B7E1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19E6BB3-DF2B-4751-97C5-B3DB949AED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643467"/>
            <a:ext cx="10137857" cy="3606798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/>
            </a:pPr>
            <a:r>
              <a:rPr lang="en-US" sz="1900" b="1" dirty="0"/>
              <a:t>Conclusion: </a:t>
            </a:r>
            <a:r>
              <a:rPr lang="en-US" sz="2000" dirty="0"/>
              <a:t>The app helps users stay organized and complete tasks efficiently while maintaining consistency through streak tracking and motivation.</a:t>
            </a:r>
          </a:p>
          <a:p>
            <a:pPr>
              <a:defRPr sz="1800"/>
            </a:pPr>
            <a:r>
              <a:rPr lang="en-US" sz="1900" b="1" dirty="0"/>
              <a:t>Future Scope:</a:t>
            </a:r>
          </a:p>
          <a:p>
            <a:pPr>
              <a:defRPr sz="1800"/>
            </a:pPr>
            <a:r>
              <a:rPr lang="en-US" sz="1900" dirty="0"/>
              <a:t>• </a:t>
            </a:r>
            <a:r>
              <a:rPr lang="en-IN" sz="2000" dirty="0"/>
              <a:t>Add cloud or database storage for permanent saving.</a:t>
            </a:r>
            <a:endParaRPr lang="en-US" sz="1900" dirty="0"/>
          </a:p>
          <a:p>
            <a:pPr>
              <a:defRPr sz="1800"/>
            </a:pPr>
            <a:r>
              <a:rPr lang="en-US" sz="1900" dirty="0"/>
              <a:t>• </a:t>
            </a:r>
            <a:r>
              <a:rPr lang="en-IN" sz="2000" dirty="0"/>
              <a:t>Build mobile app version</a:t>
            </a:r>
          </a:p>
          <a:p>
            <a:pPr>
              <a:defRPr sz="1800"/>
            </a:pPr>
            <a:r>
              <a:rPr lang="en-US" sz="1900" dirty="0"/>
              <a:t>•</a:t>
            </a:r>
            <a:r>
              <a:rPr lang="en-US" sz="2000" dirty="0"/>
              <a:t>Add group task sharing and AI planner suggestions.</a:t>
            </a:r>
            <a:endParaRPr lang="en-US" sz="19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A61721DD-D110-44EE-82A7-D56AB687E6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xmlns="" id="{CFCA2016-5F3C-2C19-AA27-C18EE69F9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BDDD243-ED5F-4896-B18B-ABCF4B7E1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19E6BB3-DF2B-4751-97C5-B3DB949AED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References / 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821" y="569409"/>
            <a:ext cx="10216685" cy="3896304"/>
          </a:xfrm>
        </p:spPr>
        <p:txBody>
          <a:bodyPr anchor="ctr">
            <a:normAutofit/>
          </a:bodyPr>
          <a:lstStyle/>
          <a:p>
            <a:r>
              <a:rPr lang="en-IN" sz="1600" b="1" dirty="0"/>
              <a:t>References:</a:t>
            </a:r>
            <a:endParaRPr lang="en-IN" sz="1600" dirty="0"/>
          </a:p>
          <a:p>
            <a:r>
              <a:rPr lang="en-IN" sz="1600" dirty="0"/>
              <a:t>Mozilla Developer Network (MDN)</a:t>
            </a:r>
          </a:p>
          <a:p>
            <a:r>
              <a:rPr lang="en-IN" sz="1600" dirty="0"/>
              <a:t>W3Schools – JavaScript &amp; Web Docs</a:t>
            </a:r>
          </a:p>
          <a:p>
            <a:r>
              <a:rPr lang="en-IN" sz="1600" dirty="0"/>
              <a:t>Stack Overflow – Problem Solutions</a:t>
            </a:r>
          </a:p>
          <a:p>
            <a:r>
              <a:rPr lang="en-IN" sz="1600" dirty="0"/>
              <a:t>Online JavaScript Tutorials</a:t>
            </a:r>
          </a:p>
          <a:p>
            <a:r>
              <a:rPr lang="en-IN" sz="1600" b="1" dirty="0"/>
              <a:t>Acknowledgment:</a:t>
            </a:r>
            <a:endParaRPr lang="en-IN" sz="1600" dirty="0"/>
          </a:p>
          <a:p>
            <a:r>
              <a:rPr lang="en-IN" sz="1600" dirty="0"/>
              <a:t>Faculty and mentors for their constant support.</a:t>
            </a:r>
          </a:p>
          <a:p>
            <a:r>
              <a:rPr lang="en-IN" sz="1600" dirty="0"/>
              <a:t>Team members for contribution and coordination.</a:t>
            </a:r>
          </a:p>
          <a:p>
            <a:r>
              <a:rPr lang="en-IN" sz="1600" dirty="0"/>
              <a:t>Online communities for guidance and ideas.</a:t>
            </a:r>
          </a:p>
          <a:p>
            <a:endParaRPr lang="en-IN" sz="16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A61721DD-D110-44EE-82A7-D56AB687E6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xmlns="" id="{78ECD8B8-1DE4-104F-D595-52AED0924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Questions &amp; Discussion</a:t>
            </a:r>
            <a:endParaRPr lang="en-IN" dirty="0"/>
          </a:p>
          <a:p>
            <a:pPr>
              <a:defRPr sz="1800"/>
            </a:pPr>
            <a:r>
              <a:rPr b="1" dirty="0"/>
              <a:t>[</a:t>
            </a:r>
            <a:r>
              <a:rPr lang="en-US" b="1" dirty="0"/>
              <a:t>“Don’t just manage your tasks — design your day.”</a:t>
            </a:r>
            <a:r>
              <a:rPr b="1" dirty="0"/>
              <a:t>]</a:t>
            </a:r>
            <a:endParaRPr lang="en-IN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7D7B666-D5E6-48CE-B26A-FB5E5C34AF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6EE670A-A41A-44AD-BC1C-2090365EB5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149</TotalTime>
  <Words>414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Tw Cen MT</vt:lpstr>
      <vt:lpstr>Tw Cen MT Condensed</vt:lpstr>
      <vt:lpstr>Wingdings 3</vt:lpstr>
      <vt:lpstr>Integral</vt:lpstr>
      <vt:lpstr>JavaScript Project Presentation</vt:lpstr>
      <vt:lpstr>Introduction</vt:lpstr>
      <vt:lpstr>Problem Statement</vt:lpstr>
      <vt:lpstr>Tools &amp; Technologies Used</vt:lpstr>
      <vt:lpstr>System Design</vt:lpstr>
      <vt:lpstr>Module Description</vt:lpstr>
      <vt:lpstr>Core Logic &amp; Algorithm</vt:lpstr>
      <vt:lpstr>Implementation</vt:lpstr>
      <vt:lpstr>Output Screens</vt:lpstr>
      <vt:lpstr>Conclusion &amp; Future Scope</vt:lpstr>
      <vt:lpstr>References / Acknowledgement</vt:lpstr>
      <vt:lpstr>Thank You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Project Presentation</dc:title>
  <dc:subject/>
  <dc:creator>Akshaya A</dc:creator>
  <cp:keywords/>
  <dc:description>generated using python-pptx</dc:description>
  <cp:lastModifiedBy>Admin</cp:lastModifiedBy>
  <cp:revision>10</cp:revision>
  <dcterms:created xsi:type="dcterms:W3CDTF">2013-01-27T09:14:16Z</dcterms:created>
  <dcterms:modified xsi:type="dcterms:W3CDTF">2025-11-07T16:18:50Z</dcterms:modified>
  <cp:category/>
</cp:coreProperties>
</file>